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Playfair Display"/>
      <p:regular r:id="rId17"/>
      <p:bold r:id="rId18"/>
      <p:italic r:id="rId19"/>
      <p:boldItalic r:id="rId20"/>
    </p:embeddedFont>
    <p:embeddedFont>
      <p:font typeface="Raleway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fairDisplay-boldItalic.fntdata"/><Relationship Id="rId11" Type="http://schemas.openxmlformats.org/officeDocument/2006/relationships/slide" Target="slides/slide7.xml"/><Relationship Id="rId22" Type="http://schemas.openxmlformats.org/officeDocument/2006/relationships/font" Target="fonts/RalewayLight-bold.fntdata"/><Relationship Id="rId10" Type="http://schemas.openxmlformats.org/officeDocument/2006/relationships/slide" Target="slides/slide6.xml"/><Relationship Id="rId21" Type="http://schemas.openxmlformats.org/officeDocument/2006/relationships/font" Target="fonts/RalewayLight-regular.fntdata"/><Relationship Id="rId13" Type="http://schemas.openxmlformats.org/officeDocument/2006/relationships/slide" Target="slides/slide9.xml"/><Relationship Id="rId24" Type="http://schemas.openxmlformats.org/officeDocument/2006/relationships/font" Target="fonts/RalewayLight-boldItalic.fntdata"/><Relationship Id="rId12" Type="http://schemas.openxmlformats.org/officeDocument/2006/relationships/slide" Target="slides/slide8.xml"/><Relationship Id="rId23" Type="http://schemas.openxmlformats.org/officeDocument/2006/relationships/font" Target="fonts/RalewayLigh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fairDisplay-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fairDisplay-italic.fntdata"/><Relationship Id="rId6" Type="http://schemas.openxmlformats.org/officeDocument/2006/relationships/slide" Target="slides/slide2.xml"/><Relationship Id="rId18" Type="http://schemas.openxmlformats.org/officeDocument/2006/relationships/font" Target="fonts/PlayfairDisplay-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fa831414ed_1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fa831414e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f391192_0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5f391192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fa831414ed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fa831414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f391192_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f391192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fa831414ed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fa831414e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fa831414ed_1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fa831414e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5f391192_0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5f391192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ed75ccf_01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ed75ccf_0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685800" y="1915625"/>
            <a:ext cx="5727000" cy="11598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FFFFFF"/>
              </a:buClr>
              <a:buSzPts val="4800"/>
              <a:buNone/>
              <a:defRPr sz="4800">
                <a:solidFill>
                  <a:srgbClr val="FFFFFF"/>
                </a:solidFill>
              </a:defRPr>
            </a:lvl1pPr>
            <a:lvl2pPr lvl="1" algn="l">
              <a:spcBef>
                <a:spcPts val="0"/>
              </a:spcBef>
              <a:spcAft>
                <a:spcPts val="0"/>
              </a:spcAft>
              <a:buClr>
                <a:srgbClr val="FFFFFF"/>
              </a:buClr>
              <a:buSzPts val="4800"/>
              <a:buNone/>
              <a:defRPr sz="4800">
                <a:solidFill>
                  <a:srgbClr val="FFFFFF"/>
                </a:solidFill>
              </a:defRPr>
            </a:lvl2pPr>
            <a:lvl3pPr lvl="2" algn="l">
              <a:spcBef>
                <a:spcPts val="0"/>
              </a:spcBef>
              <a:spcAft>
                <a:spcPts val="0"/>
              </a:spcAft>
              <a:buClr>
                <a:srgbClr val="FFFFFF"/>
              </a:buClr>
              <a:buSzPts val="4800"/>
              <a:buNone/>
              <a:defRPr sz="4800">
                <a:solidFill>
                  <a:srgbClr val="FFFFFF"/>
                </a:solidFill>
              </a:defRPr>
            </a:lvl3pPr>
            <a:lvl4pPr lvl="3" algn="l">
              <a:spcBef>
                <a:spcPts val="0"/>
              </a:spcBef>
              <a:spcAft>
                <a:spcPts val="0"/>
              </a:spcAft>
              <a:buClr>
                <a:srgbClr val="FFFFFF"/>
              </a:buClr>
              <a:buSzPts val="4800"/>
              <a:buNone/>
              <a:defRPr sz="4800">
                <a:solidFill>
                  <a:srgbClr val="FFFFFF"/>
                </a:solidFill>
              </a:defRPr>
            </a:lvl4pPr>
            <a:lvl5pPr lvl="4" algn="l">
              <a:spcBef>
                <a:spcPts val="0"/>
              </a:spcBef>
              <a:spcAft>
                <a:spcPts val="0"/>
              </a:spcAft>
              <a:buClr>
                <a:srgbClr val="FFFFFF"/>
              </a:buClr>
              <a:buSzPts val="4800"/>
              <a:buNone/>
              <a:defRPr sz="4800">
                <a:solidFill>
                  <a:srgbClr val="FFFFFF"/>
                </a:solidFill>
              </a:defRPr>
            </a:lvl5pPr>
            <a:lvl6pPr lvl="5" algn="l">
              <a:spcBef>
                <a:spcPts val="0"/>
              </a:spcBef>
              <a:spcAft>
                <a:spcPts val="0"/>
              </a:spcAft>
              <a:buClr>
                <a:srgbClr val="FFFFFF"/>
              </a:buClr>
              <a:buSzPts val="4800"/>
              <a:buNone/>
              <a:defRPr sz="4800">
                <a:solidFill>
                  <a:srgbClr val="FFFFFF"/>
                </a:solidFill>
              </a:defRPr>
            </a:lvl6pPr>
            <a:lvl7pPr lvl="6" algn="l">
              <a:spcBef>
                <a:spcPts val="0"/>
              </a:spcBef>
              <a:spcAft>
                <a:spcPts val="0"/>
              </a:spcAft>
              <a:buClr>
                <a:srgbClr val="FFFFFF"/>
              </a:buClr>
              <a:buSzPts val="4800"/>
              <a:buNone/>
              <a:defRPr sz="4800">
                <a:solidFill>
                  <a:srgbClr val="FFFFFF"/>
                </a:solidFill>
              </a:defRPr>
            </a:lvl7pPr>
            <a:lvl8pPr lvl="7" algn="l">
              <a:spcBef>
                <a:spcPts val="0"/>
              </a:spcBef>
              <a:spcAft>
                <a:spcPts val="0"/>
              </a:spcAft>
              <a:buClr>
                <a:srgbClr val="FFFFFF"/>
              </a:buClr>
              <a:buSzPts val="4800"/>
              <a:buNone/>
              <a:defRPr sz="4800">
                <a:solidFill>
                  <a:srgbClr val="FFFFFF"/>
                </a:solidFill>
              </a:defRPr>
            </a:lvl8pPr>
            <a:lvl9pPr lvl="8" algn="l">
              <a:spcBef>
                <a:spcPts val="0"/>
              </a:spcBef>
              <a:spcAft>
                <a:spcPts val="0"/>
              </a:spcAft>
              <a:buClr>
                <a:srgbClr val="FFFFFF"/>
              </a:buClr>
              <a:buSzPts val="4800"/>
              <a:buNone/>
              <a:defRPr sz="4800">
                <a:solidFill>
                  <a:srgbClr val="FFFFFF"/>
                </a:solidFill>
              </a:defRPr>
            </a:lvl9pPr>
          </a:lstStyle>
          <a:p/>
        </p:txBody>
      </p:sp>
      <p:sp>
        <p:nvSpPr>
          <p:cNvPr id="11" name="Google Shape;11;p2"/>
          <p:cNvSpPr/>
          <p:nvPr/>
        </p:nvSpPr>
        <p:spPr>
          <a:xfrm rot="-5400000">
            <a:off x="4466275" y="-1238838"/>
            <a:ext cx="211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2" name="Google Shape;12;p2"/>
          <p:cNvSpPr/>
          <p:nvPr/>
        </p:nvSpPr>
        <p:spPr>
          <a:xfrm flipH="1" rot="10800000">
            <a:off x="0" y="3420048"/>
            <a:ext cx="9144000" cy="173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p:nvPr/>
        </p:nvSpPr>
        <p:spPr>
          <a:xfrm rot="-5400000">
            <a:off x="4497775" y="-2041588"/>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5" name="Google Shape;15;p3"/>
          <p:cNvSpPr/>
          <p:nvPr/>
        </p:nvSpPr>
        <p:spPr>
          <a:xfrm flipH="1" rot="10800000">
            <a:off x="0" y="2571593"/>
            <a:ext cx="9144000" cy="257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ctrTitle"/>
          </p:nvPr>
        </p:nvSpPr>
        <p:spPr>
          <a:xfrm>
            <a:off x="685800" y="3031150"/>
            <a:ext cx="4558200" cy="1159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3600"/>
            </a:lvl1pPr>
            <a:lvl2pPr lvl="1" rtl="0" algn="l">
              <a:spcBef>
                <a:spcPts val="0"/>
              </a:spcBef>
              <a:spcAft>
                <a:spcPts val="0"/>
              </a:spcAft>
              <a:buSzPts val="3600"/>
              <a:buNone/>
              <a:defRPr sz="3600"/>
            </a:lvl2pPr>
            <a:lvl3pPr lvl="2" rtl="0" algn="l">
              <a:spcBef>
                <a:spcPts val="0"/>
              </a:spcBef>
              <a:spcAft>
                <a:spcPts val="0"/>
              </a:spcAft>
              <a:buSzPts val="3600"/>
              <a:buNone/>
              <a:defRPr sz="3600"/>
            </a:lvl3pPr>
            <a:lvl4pPr lvl="3" rtl="0" algn="l">
              <a:spcBef>
                <a:spcPts val="0"/>
              </a:spcBef>
              <a:spcAft>
                <a:spcPts val="0"/>
              </a:spcAft>
              <a:buSzPts val="3600"/>
              <a:buNone/>
              <a:defRPr sz="3600"/>
            </a:lvl4pPr>
            <a:lvl5pPr lvl="4" rtl="0" algn="l">
              <a:spcBef>
                <a:spcPts val="0"/>
              </a:spcBef>
              <a:spcAft>
                <a:spcPts val="0"/>
              </a:spcAft>
              <a:buSzPts val="3600"/>
              <a:buNone/>
              <a:defRPr sz="3600"/>
            </a:lvl5pPr>
            <a:lvl6pPr lvl="5" rtl="0" algn="l">
              <a:spcBef>
                <a:spcPts val="0"/>
              </a:spcBef>
              <a:spcAft>
                <a:spcPts val="0"/>
              </a:spcAft>
              <a:buSzPts val="3600"/>
              <a:buNone/>
              <a:defRPr sz="3600"/>
            </a:lvl6pPr>
            <a:lvl7pPr lvl="6" rtl="0" algn="l">
              <a:spcBef>
                <a:spcPts val="0"/>
              </a:spcBef>
              <a:spcAft>
                <a:spcPts val="0"/>
              </a:spcAft>
              <a:buSzPts val="3600"/>
              <a:buNone/>
              <a:defRPr sz="3600"/>
            </a:lvl7pPr>
            <a:lvl8pPr lvl="7" rtl="0" algn="l">
              <a:spcBef>
                <a:spcPts val="0"/>
              </a:spcBef>
              <a:spcAft>
                <a:spcPts val="0"/>
              </a:spcAft>
              <a:buSzPts val="3600"/>
              <a:buNone/>
              <a:defRPr sz="3600"/>
            </a:lvl8pPr>
            <a:lvl9pPr lvl="8" rtl="0" algn="l">
              <a:spcBef>
                <a:spcPts val="0"/>
              </a:spcBef>
              <a:spcAft>
                <a:spcPts val="0"/>
              </a:spcAft>
              <a:buSzPts val="3600"/>
              <a:buNone/>
              <a:defRPr sz="3600"/>
            </a:lvl9pPr>
          </a:lstStyle>
          <a:p/>
        </p:txBody>
      </p:sp>
      <p:sp>
        <p:nvSpPr>
          <p:cNvPr id="17" name="Google Shape;17;p3"/>
          <p:cNvSpPr txBox="1"/>
          <p:nvPr>
            <p:ph idx="1" type="subTitle"/>
          </p:nvPr>
        </p:nvSpPr>
        <p:spPr>
          <a:xfrm>
            <a:off x="685800" y="4135454"/>
            <a:ext cx="45582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None/>
              <a:defRPr sz="1400">
                <a:solidFill>
                  <a:schemeClr val="dk2"/>
                </a:solidFill>
              </a:defRPr>
            </a:lvl1pPr>
            <a:lvl2pPr lvl="1" rtl="0">
              <a:spcBef>
                <a:spcPts val="0"/>
              </a:spcBef>
              <a:spcAft>
                <a:spcPts val="0"/>
              </a:spcAft>
              <a:buClr>
                <a:schemeClr val="dk2"/>
              </a:buClr>
              <a:buSzPts val="1400"/>
              <a:buNone/>
              <a:defRPr sz="1400">
                <a:solidFill>
                  <a:schemeClr val="dk2"/>
                </a:solidFill>
              </a:defRPr>
            </a:lvl2pPr>
            <a:lvl3pPr lvl="2" rtl="0">
              <a:spcBef>
                <a:spcPts val="0"/>
              </a:spcBef>
              <a:spcAft>
                <a:spcPts val="0"/>
              </a:spcAft>
              <a:buClr>
                <a:schemeClr val="dk2"/>
              </a:buClr>
              <a:buSzPts val="1400"/>
              <a:buNone/>
              <a:defRPr sz="1400">
                <a:solidFill>
                  <a:schemeClr val="dk2"/>
                </a:solidFill>
              </a:defRPr>
            </a:lvl3pPr>
            <a:lvl4pPr lvl="3" rtl="0">
              <a:spcBef>
                <a:spcPts val="0"/>
              </a:spcBef>
              <a:spcAft>
                <a:spcPts val="0"/>
              </a:spcAft>
              <a:buClr>
                <a:schemeClr val="dk2"/>
              </a:buClr>
              <a:buSzPts val="1400"/>
              <a:buNone/>
              <a:defRPr sz="1400">
                <a:solidFill>
                  <a:schemeClr val="dk2"/>
                </a:solidFill>
              </a:defRPr>
            </a:lvl4pPr>
            <a:lvl5pPr lvl="4" rtl="0">
              <a:spcBef>
                <a:spcPts val="0"/>
              </a:spcBef>
              <a:spcAft>
                <a:spcPts val="0"/>
              </a:spcAft>
              <a:buClr>
                <a:schemeClr val="dk2"/>
              </a:buClr>
              <a:buSzPts val="1400"/>
              <a:buNone/>
              <a:defRPr sz="1400">
                <a:solidFill>
                  <a:schemeClr val="dk2"/>
                </a:solidFill>
              </a:defRPr>
            </a:lvl5pPr>
            <a:lvl6pPr lvl="5" rtl="0">
              <a:spcBef>
                <a:spcPts val="0"/>
              </a:spcBef>
              <a:spcAft>
                <a:spcPts val="0"/>
              </a:spcAft>
              <a:buClr>
                <a:schemeClr val="dk2"/>
              </a:buClr>
              <a:buSzPts val="1400"/>
              <a:buNone/>
              <a:defRPr sz="1400">
                <a:solidFill>
                  <a:schemeClr val="dk2"/>
                </a:solidFill>
              </a:defRPr>
            </a:lvl6pPr>
            <a:lvl7pPr lvl="6" rtl="0">
              <a:spcBef>
                <a:spcPts val="0"/>
              </a:spcBef>
              <a:spcAft>
                <a:spcPts val="0"/>
              </a:spcAft>
              <a:buClr>
                <a:schemeClr val="dk2"/>
              </a:buClr>
              <a:buSzPts val="1400"/>
              <a:buNone/>
              <a:defRPr sz="1400">
                <a:solidFill>
                  <a:schemeClr val="dk2"/>
                </a:solidFill>
              </a:defRPr>
            </a:lvl7pPr>
            <a:lvl8pPr lvl="7" rtl="0">
              <a:spcBef>
                <a:spcPts val="0"/>
              </a:spcBef>
              <a:spcAft>
                <a:spcPts val="0"/>
              </a:spcAft>
              <a:buClr>
                <a:schemeClr val="dk2"/>
              </a:buClr>
              <a:buSzPts val="1400"/>
              <a:buNone/>
              <a:defRPr sz="1400">
                <a:solidFill>
                  <a:schemeClr val="dk2"/>
                </a:solidFill>
              </a:defRPr>
            </a:lvl8pPr>
            <a:lvl9pPr lvl="8" rtl="0">
              <a:spcBef>
                <a:spcPts val="0"/>
              </a:spcBef>
              <a:spcAft>
                <a:spcPts val="0"/>
              </a:spcAft>
              <a:buClr>
                <a:schemeClr val="dk2"/>
              </a:buClr>
              <a:buSzPts val="1400"/>
              <a:buNone/>
              <a:defRPr sz="1400">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4"/>
          <p:cNvSpPr/>
          <p:nvPr/>
        </p:nvSpPr>
        <p:spPr>
          <a:xfrm flipH="1" rot="-5400000">
            <a:off x="4497775" y="-1112255"/>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0" name="Google Shape;20;p4"/>
          <p:cNvSpPr/>
          <p:nvPr/>
        </p:nvSpPr>
        <p:spPr>
          <a:xfrm>
            <a:off x="0" y="-25"/>
            <a:ext cx="9144000" cy="3418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idx="1" type="body"/>
          </p:nvPr>
        </p:nvSpPr>
        <p:spPr>
          <a:xfrm>
            <a:off x="1649050" y="503675"/>
            <a:ext cx="5845800" cy="2914800"/>
          </a:xfrm>
          <a:prstGeom prst="rect">
            <a:avLst/>
          </a:prstGeom>
        </p:spPr>
        <p:txBody>
          <a:bodyPr anchorCtr="0" anchor="ctr" bIns="91425" lIns="91425" spcFirstLastPara="1" rIns="91425" wrap="square" tIns="91425">
            <a:noAutofit/>
          </a:bodyPr>
          <a:lstStyle>
            <a:lvl1pPr indent="-355600" lvl="0" marL="457200" rtl="0" algn="ctr">
              <a:lnSpc>
                <a:spcPct val="150000"/>
              </a:lnSpc>
              <a:spcBef>
                <a:spcPts val="600"/>
              </a:spcBef>
              <a:spcAft>
                <a:spcPts val="0"/>
              </a:spcAft>
              <a:buSzPts val="2000"/>
              <a:buFont typeface="Playfair Display"/>
              <a:buChar char="∙"/>
              <a:defRPr i="1" sz="2000">
                <a:latin typeface="Playfair Display"/>
                <a:ea typeface="Playfair Display"/>
                <a:cs typeface="Playfair Display"/>
                <a:sym typeface="Playfair Display"/>
              </a:defRPr>
            </a:lvl1pPr>
            <a:lvl2pPr indent="-355600" lvl="1" marL="9144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2pPr>
            <a:lvl3pPr indent="-355600" lvl="2" marL="13716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3pPr>
            <a:lvl4pPr indent="-355600" lvl="3" marL="18288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4pPr>
            <a:lvl5pPr indent="-355600" lvl="4" marL="22860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5pPr>
            <a:lvl6pPr indent="-355600" lvl="5" marL="27432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6pPr>
            <a:lvl7pPr indent="-355600" lvl="6" marL="32004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7pPr>
            <a:lvl8pPr indent="-355600" lvl="7" marL="3657600" rtl="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8pPr>
            <a:lvl9pPr indent="-355600" lvl="8" marL="4114800" algn="ctr">
              <a:lnSpc>
                <a:spcPct val="150000"/>
              </a:lnSpc>
              <a:spcBef>
                <a:spcPts val="0"/>
              </a:spcBef>
              <a:spcAft>
                <a:spcPts val="0"/>
              </a:spcAft>
              <a:buSzPts val="2000"/>
              <a:buFont typeface="Playfair Display"/>
              <a:buChar char="∙"/>
              <a:defRPr i="1" sz="2000">
                <a:latin typeface="Playfair Display"/>
                <a:ea typeface="Playfair Display"/>
                <a:cs typeface="Playfair Display"/>
                <a:sym typeface="Playfair Display"/>
              </a:defRPr>
            </a:lvl9pPr>
          </a:lstStyle>
          <a:p/>
        </p:txBody>
      </p:sp>
      <p:sp>
        <p:nvSpPr>
          <p:cNvPr id="22" name="Google Shape;22;p4"/>
          <p:cNvSpPr txBox="1"/>
          <p:nvPr/>
        </p:nvSpPr>
        <p:spPr>
          <a:xfrm>
            <a:off x="3593400" y="1914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rgbClr val="000014"/>
                </a:solidFill>
                <a:latin typeface="Playfair Display"/>
                <a:ea typeface="Playfair Display"/>
                <a:cs typeface="Playfair Display"/>
                <a:sym typeface="Playfair Display"/>
              </a:rPr>
              <a:t>“</a:t>
            </a:r>
            <a:endParaRPr sz="4800">
              <a:solidFill>
                <a:srgbClr val="000014"/>
              </a:solidFill>
              <a:latin typeface="Playfair Display"/>
              <a:ea typeface="Playfair Display"/>
              <a:cs typeface="Playfair Display"/>
              <a:sym typeface="Playfair Display"/>
            </a:endParaRPr>
          </a:p>
        </p:txBody>
      </p:sp>
      <p:sp>
        <p:nvSpPr>
          <p:cNvPr id="23" name="Google Shape;23;p4"/>
          <p:cNvSpPr txBox="1"/>
          <p:nvPr>
            <p:ph idx="12" type="sldNum"/>
          </p:nvPr>
        </p:nvSpPr>
        <p:spPr>
          <a:xfrm>
            <a:off x="593575" y="4813750"/>
            <a:ext cx="7956600" cy="329700"/>
          </a:xfrm>
          <a:prstGeom prst="rect">
            <a:avLst/>
          </a:prstGeom>
          <a:ln>
            <a:noFill/>
          </a:ln>
        </p:spPr>
        <p:txBody>
          <a:bodyPr anchorCtr="0" anchor="ctr"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4" name="Shape 24"/>
        <p:cNvGrpSpPr/>
        <p:nvPr/>
      </p:nvGrpSpPr>
      <p:grpSpPr>
        <a:xfrm>
          <a:off x="0" y="0"/>
          <a:ext cx="0" cy="0"/>
          <a:chOff x="0" y="0"/>
          <a:chExt cx="0" cy="0"/>
        </a:xfrm>
      </p:grpSpPr>
      <p:sp>
        <p:nvSpPr>
          <p:cNvPr id="25" name="Google Shape;25;p5"/>
          <p:cNvSpPr/>
          <p:nvPr/>
        </p:nvSpPr>
        <p:spPr>
          <a:xfrm rot="-5400000">
            <a:off x="4517850" y="-321404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6" name="Google Shape;26;p5"/>
          <p:cNvSpPr/>
          <p:nvPr/>
        </p:nvSpPr>
        <p:spPr>
          <a:xfrm flipH="1" rot="-5400000">
            <a:off x="4497775" y="-3854662"/>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7" name="Google Shape;27;p5"/>
          <p:cNvSpPr/>
          <p:nvPr/>
        </p:nvSpPr>
        <p:spPr>
          <a:xfrm>
            <a:off x="0" y="0"/>
            <a:ext cx="9144000" cy="67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p:nvPr/>
        </p:nvSpPr>
        <p:spPr>
          <a:xfrm>
            <a:off x="0" y="1352400"/>
            <a:ext cx="9144000" cy="379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5"/>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30" name="Google Shape;30;p5"/>
          <p:cNvSpPr txBox="1"/>
          <p:nvPr>
            <p:ph type="title"/>
          </p:nvPr>
        </p:nvSpPr>
        <p:spPr>
          <a:xfrm>
            <a:off x="593575" y="0"/>
            <a:ext cx="7956600" cy="6762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31" name="Google Shape;31;p5"/>
          <p:cNvSpPr txBox="1"/>
          <p:nvPr>
            <p:ph idx="1" type="body"/>
          </p:nvPr>
        </p:nvSpPr>
        <p:spPr>
          <a:xfrm>
            <a:off x="593575" y="1823700"/>
            <a:ext cx="7956600" cy="26517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2" name="Google Shape;32;p5"/>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6"/>
          <p:cNvSpPr/>
          <p:nvPr/>
        </p:nvSpPr>
        <p:spPr>
          <a:xfrm flipH="1" rot="10800000">
            <a:off x="4543625" y="-5"/>
            <a:ext cx="148200" cy="51435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5" name="Google Shape;35;p6"/>
          <p:cNvSpPr/>
          <p:nvPr/>
        </p:nvSpPr>
        <p:spPr>
          <a:xfrm>
            <a:off x="0" y="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6"/>
          <p:cNvCxnSpPr/>
          <p:nvPr/>
        </p:nvCxnSpPr>
        <p:spPr>
          <a:xfrm>
            <a:off x="365850" y="4813675"/>
            <a:ext cx="3840300" cy="0"/>
          </a:xfrm>
          <a:prstGeom prst="straightConnector1">
            <a:avLst/>
          </a:prstGeom>
          <a:noFill/>
          <a:ln cap="flat" cmpd="sng" w="9525">
            <a:solidFill>
              <a:srgbClr val="D9D9D9"/>
            </a:solidFill>
            <a:prstDash val="solid"/>
            <a:round/>
            <a:headEnd len="med" w="med" type="none"/>
            <a:tailEnd len="med" w="med" type="none"/>
          </a:ln>
        </p:spPr>
      </p:cxnSp>
      <p:sp>
        <p:nvSpPr>
          <p:cNvPr id="37" name="Google Shape;37;p6"/>
          <p:cNvSpPr txBox="1"/>
          <p:nvPr>
            <p:ph type="title"/>
          </p:nvPr>
        </p:nvSpPr>
        <p:spPr>
          <a:xfrm>
            <a:off x="589350" y="819475"/>
            <a:ext cx="3393300" cy="676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1600"/>
              <a:buNone/>
              <a:defRPr/>
            </a:lvl1pPr>
            <a:lvl2pPr lvl="1" rtl="0" algn="l">
              <a:spcBef>
                <a:spcPts val="0"/>
              </a:spcBef>
              <a:spcAft>
                <a:spcPts val="0"/>
              </a:spcAft>
              <a:buSzPts val="1600"/>
              <a:buNone/>
              <a:defRPr/>
            </a:lvl2pPr>
            <a:lvl3pPr lvl="2" rtl="0" algn="l">
              <a:spcBef>
                <a:spcPts val="0"/>
              </a:spcBef>
              <a:spcAft>
                <a:spcPts val="0"/>
              </a:spcAft>
              <a:buSzPts val="1600"/>
              <a:buNone/>
              <a:defRPr/>
            </a:lvl3pPr>
            <a:lvl4pPr lvl="3" rtl="0" algn="l">
              <a:spcBef>
                <a:spcPts val="0"/>
              </a:spcBef>
              <a:spcAft>
                <a:spcPts val="0"/>
              </a:spcAft>
              <a:buSzPts val="1600"/>
              <a:buNone/>
              <a:defRPr/>
            </a:lvl4pPr>
            <a:lvl5pPr lvl="4" rtl="0" algn="l">
              <a:spcBef>
                <a:spcPts val="0"/>
              </a:spcBef>
              <a:spcAft>
                <a:spcPts val="0"/>
              </a:spcAft>
              <a:buSzPts val="1600"/>
              <a:buNone/>
              <a:defRPr/>
            </a:lvl5pPr>
            <a:lvl6pPr lvl="5" rtl="0" algn="l">
              <a:spcBef>
                <a:spcPts val="0"/>
              </a:spcBef>
              <a:spcAft>
                <a:spcPts val="0"/>
              </a:spcAft>
              <a:buSzPts val="1600"/>
              <a:buNone/>
              <a:defRPr/>
            </a:lvl6pPr>
            <a:lvl7pPr lvl="6" rtl="0" algn="l">
              <a:spcBef>
                <a:spcPts val="0"/>
              </a:spcBef>
              <a:spcAft>
                <a:spcPts val="0"/>
              </a:spcAft>
              <a:buSzPts val="1600"/>
              <a:buNone/>
              <a:defRPr/>
            </a:lvl7pPr>
            <a:lvl8pPr lvl="7" rtl="0" algn="l">
              <a:spcBef>
                <a:spcPts val="0"/>
              </a:spcBef>
              <a:spcAft>
                <a:spcPts val="0"/>
              </a:spcAft>
              <a:buSzPts val="1600"/>
              <a:buNone/>
              <a:defRPr/>
            </a:lvl8pPr>
            <a:lvl9pPr lvl="8" rtl="0" algn="l">
              <a:spcBef>
                <a:spcPts val="0"/>
              </a:spcBef>
              <a:spcAft>
                <a:spcPts val="0"/>
              </a:spcAft>
              <a:buSzPts val="1600"/>
              <a:buNone/>
              <a:defRPr/>
            </a:lvl9pPr>
          </a:lstStyle>
          <a:p/>
        </p:txBody>
      </p:sp>
      <p:sp>
        <p:nvSpPr>
          <p:cNvPr id="38" name="Google Shape;38;p6"/>
          <p:cNvSpPr txBox="1"/>
          <p:nvPr>
            <p:ph idx="1" type="body"/>
          </p:nvPr>
        </p:nvSpPr>
        <p:spPr>
          <a:xfrm>
            <a:off x="593575" y="1518900"/>
            <a:ext cx="3393300" cy="2651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39" name="Google Shape;39;p6"/>
          <p:cNvSpPr txBox="1"/>
          <p:nvPr>
            <p:ph idx="12" type="sldNum"/>
          </p:nvPr>
        </p:nvSpPr>
        <p:spPr>
          <a:xfrm>
            <a:off x="595675" y="4813750"/>
            <a:ext cx="3389100" cy="329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7"/>
          <p:cNvSpPr/>
          <p:nvPr/>
        </p:nvSpPr>
        <p:spPr>
          <a:xfrm rot="-5400000">
            <a:off x="4517850" y="-321404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2" name="Google Shape;42;p7"/>
          <p:cNvSpPr/>
          <p:nvPr/>
        </p:nvSpPr>
        <p:spPr>
          <a:xfrm flipH="1" rot="-5400000">
            <a:off x="4497775" y="-3854662"/>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 name="Google Shape;43;p7"/>
          <p:cNvSpPr/>
          <p:nvPr/>
        </p:nvSpPr>
        <p:spPr>
          <a:xfrm>
            <a:off x="0" y="0"/>
            <a:ext cx="9144000" cy="67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a:off x="0" y="1352400"/>
            <a:ext cx="9144000" cy="379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 name="Google Shape;45;p7"/>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46" name="Google Shape;46;p7"/>
          <p:cNvSpPr txBox="1"/>
          <p:nvPr>
            <p:ph type="title"/>
          </p:nvPr>
        </p:nvSpPr>
        <p:spPr>
          <a:xfrm>
            <a:off x="593575" y="0"/>
            <a:ext cx="7956600" cy="6762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47" name="Google Shape;47;p7"/>
          <p:cNvSpPr txBox="1"/>
          <p:nvPr>
            <p:ph idx="1" type="body"/>
          </p:nvPr>
        </p:nvSpPr>
        <p:spPr>
          <a:xfrm>
            <a:off x="593687" y="1823700"/>
            <a:ext cx="3861900" cy="2651700"/>
          </a:xfrm>
          <a:prstGeom prst="rect">
            <a:avLst/>
          </a:prstGeom>
        </p:spPr>
        <p:txBody>
          <a:bodyPr anchorCtr="0" anchor="t" bIns="91425" lIns="91425" spcFirstLastPara="1" rIns="91425" wrap="square" tIns="91425">
            <a:noAutofit/>
          </a:bodyPr>
          <a:lstStyle>
            <a:lvl1pPr indent="-317500" lvl="0" marL="457200">
              <a:spcBef>
                <a:spcPts val="60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8" name="Google Shape;48;p7"/>
          <p:cNvSpPr txBox="1"/>
          <p:nvPr>
            <p:ph idx="2" type="body"/>
          </p:nvPr>
        </p:nvSpPr>
        <p:spPr>
          <a:xfrm>
            <a:off x="4688285" y="1823700"/>
            <a:ext cx="3861900" cy="2651700"/>
          </a:xfrm>
          <a:prstGeom prst="rect">
            <a:avLst/>
          </a:prstGeom>
        </p:spPr>
        <p:txBody>
          <a:bodyPr anchorCtr="0" anchor="t" bIns="91425" lIns="91425" spcFirstLastPara="1" rIns="91425" wrap="square" tIns="91425">
            <a:noAutofit/>
          </a:bodyPr>
          <a:lstStyle>
            <a:lvl1pPr indent="-317500" lvl="0" marL="457200">
              <a:spcBef>
                <a:spcPts val="60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9" name="Google Shape;49;p7"/>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8"/>
          <p:cNvSpPr/>
          <p:nvPr/>
        </p:nvSpPr>
        <p:spPr>
          <a:xfrm rot="-5400000">
            <a:off x="4517850" y="-321404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2" name="Google Shape;52;p8"/>
          <p:cNvSpPr/>
          <p:nvPr/>
        </p:nvSpPr>
        <p:spPr>
          <a:xfrm flipH="1" rot="-5400000">
            <a:off x="4497775" y="-3854662"/>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 name="Google Shape;53;p8"/>
          <p:cNvSpPr/>
          <p:nvPr/>
        </p:nvSpPr>
        <p:spPr>
          <a:xfrm>
            <a:off x="0" y="0"/>
            <a:ext cx="9144000" cy="67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a:off x="0" y="1352400"/>
            <a:ext cx="9144000" cy="379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 name="Google Shape;55;p8"/>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56" name="Google Shape;56;p8"/>
          <p:cNvSpPr txBox="1"/>
          <p:nvPr>
            <p:ph type="title"/>
          </p:nvPr>
        </p:nvSpPr>
        <p:spPr>
          <a:xfrm>
            <a:off x="593575" y="0"/>
            <a:ext cx="7956600" cy="6762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57" name="Google Shape;57;p8"/>
          <p:cNvSpPr txBox="1"/>
          <p:nvPr>
            <p:ph idx="1" type="body"/>
          </p:nvPr>
        </p:nvSpPr>
        <p:spPr>
          <a:xfrm>
            <a:off x="593575" y="1823700"/>
            <a:ext cx="2544000" cy="2651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8" name="Google Shape;58;p8"/>
          <p:cNvSpPr txBox="1"/>
          <p:nvPr>
            <p:ph idx="2" type="body"/>
          </p:nvPr>
        </p:nvSpPr>
        <p:spPr>
          <a:xfrm>
            <a:off x="3267919" y="1823700"/>
            <a:ext cx="2544000" cy="2651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9" name="Google Shape;59;p8"/>
          <p:cNvSpPr txBox="1"/>
          <p:nvPr>
            <p:ph idx="3" type="body"/>
          </p:nvPr>
        </p:nvSpPr>
        <p:spPr>
          <a:xfrm>
            <a:off x="5942264" y="1823700"/>
            <a:ext cx="2544000" cy="2651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60" name="Google Shape;60;p8"/>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9"/>
          <p:cNvSpPr/>
          <p:nvPr/>
        </p:nvSpPr>
        <p:spPr>
          <a:xfrm rot="-5400000">
            <a:off x="4517850" y="-321404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 name="Google Shape;63;p9"/>
          <p:cNvSpPr/>
          <p:nvPr/>
        </p:nvSpPr>
        <p:spPr>
          <a:xfrm flipH="1" rot="-5400000">
            <a:off x="4497775" y="-3854662"/>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4" name="Google Shape;64;p9"/>
          <p:cNvSpPr/>
          <p:nvPr/>
        </p:nvSpPr>
        <p:spPr>
          <a:xfrm>
            <a:off x="0" y="0"/>
            <a:ext cx="9144000" cy="67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a:off x="0" y="1352400"/>
            <a:ext cx="9144000" cy="379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9"/>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67" name="Google Shape;67;p9"/>
          <p:cNvSpPr txBox="1"/>
          <p:nvPr>
            <p:ph type="title"/>
          </p:nvPr>
        </p:nvSpPr>
        <p:spPr>
          <a:xfrm>
            <a:off x="593575" y="0"/>
            <a:ext cx="7956600" cy="676200"/>
          </a:xfrm>
          <a:prstGeom prst="rect">
            <a:avLst/>
          </a:prstGeom>
        </p:spPr>
        <p:txBody>
          <a:bodyPr anchorCtr="0" anchor="ctr"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68" name="Google Shape;68;p9"/>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69" name="Shape 69"/>
        <p:cNvGrpSpPr/>
        <p:nvPr/>
      </p:nvGrpSpPr>
      <p:grpSpPr>
        <a:xfrm>
          <a:off x="0" y="0"/>
          <a:ext cx="0" cy="0"/>
          <a:chOff x="0" y="0"/>
          <a:chExt cx="0" cy="0"/>
        </a:xfrm>
      </p:grpSpPr>
      <p:sp>
        <p:nvSpPr>
          <p:cNvPr id="70" name="Google Shape;70;p10"/>
          <p:cNvSpPr/>
          <p:nvPr/>
        </p:nvSpPr>
        <p:spPr>
          <a:xfrm rot="-5400000">
            <a:off x="4517850" y="-385729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1" name="Google Shape;71;p10"/>
          <p:cNvSpPr/>
          <p:nvPr/>
        </p:nvSpPr>
        <p:spPr>
          <a:xfrm>
            <a:off x="0" y="709150"/>
            <a:ext cx="9144000" cy="4434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 name="Google Shape;72;p10"/>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73" name="Google Shape;73;p10"/>
          <p:cNvSpPr txBox="1"/>
          <p:nvPr>
            <p:ph idx="1" type="body"/>
          </p:nvPr>
        </p:nvSpPr>
        <p:spPr>
          <a:xfrm>
            <a:off x="593575" y="4253900"/>
            <a:ext cx="79569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200"/>
              <a:buNone/>
              <a:defRPr sz="1200"/>
            </a:lvl1pPr>
          </a:lstStyle>
          <a:p/>
        </p:txBody>
      </p:sp>
      <p:sp>
        <p:nvSpPr>
          <p:cNvPr id="74" name="Google Shape;74;p10"/>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11"/>
          <p:cNvSpPr/>
          <p:nvPr/>
        </p:nvSpPr>
        <p:spPr>
          <a:xfrm rot="-5400000">
            <a:off x="4517850" y="-3857295"/>
            <a:ext cx="1083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7" name="Google Shape;77;p11"/>
          <p:cNvSpPr/>
          <p:nvPr/>
        </p:nvSpPr>
        <p:spPr>
          <a:xfrm>
            <a:off x="0" y="709150"/>
            <a:ext cx="9144000" cy="4434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 name="Google Shape;78;p11"/>
          <p:cNvCxnSpPr/>
          <p:nvPr/>
        </p:nvCxnSpPr>
        <p:spPr>
          <a:xfrm>
            <a:off x="338100" y="4813675"/>
            <a:ext cx="8467800" cy="0"/>
          </a:xfrm>
          <a:prstGeom prst="straightConnector1">
            <a:avLst/>
          </a:prstGeom>
          <a:noFill/>
          <a:ln cap="flat" cmpd="sng" w="9525">
            <a:solidFill>
              <a:srgbClr val="D9D9D9"/>
            </a:solidFill>
            <a:prstDash val="solid"/>
            <a:round/>
            <a:headEnd len="med" w="med" type="none"/>
            <a:tailEnd len="med" w="med" type="none"/>
          </a:ln>
        </p:spPr>
      </p:cxnSp>
      <p:sp>
        <p:nvSpPr>
          <p:cNvPr id="79" name="Google Shape;79;p11"/>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mplete image">
  <p:cSld name="BLANK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2"/>
          <p:cNvSpPr/>
          <p:nvPr/>
        </p:nvSpPr>
        <p:spPr>
          <a:xfrm flipH="1" rot="-5400000">
            <a:off x="4497775" y="-3854662"/>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82" name="Google Shape;82;p12"/>
          <p:cNvSpPr/>
          <p:nvPr/>
        </p:nvSpPr>
        <p:spPr>
          <a:xfrm>
            <a:off x="0" y="0"/>
            <a:ext cx="9144000" cy="676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2"/>
          <p:cNvSpPr/>
          <p:nvPr/>
        </p:nvSpPr>
        <p:spPr>
          <a:xfrm rot="-5400000">
            <a:off x="4497713" y="243900"/>
            <a:ext cx="148200" cy="9144000"/>
          </a:xfrm>
          <a:prstGeom prst="rect">
            <a:avLst/>
          </a:prstGeom>
          <a:gradFill>
            <a:gsLst>
              <a:gs pos="0">
                <a:srgbClr val="000014">
                  <a:alpha val="4980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84" name="Google Shape;84;p12"/>
          <p:cNvSpPr/>
          <p:nvPr/>
        </p:nvSpPr>
        <p:spPr>
          <a:xfrm flipH="1" rot="10800000">
            <a:off x="-50" y="4813802"/>
            <a:ext cx="9144000" cy="329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txBox="1"/>
          <p:nvPr>
            <p:ph idx="12" type="sldNum"/>
          </p:nvPr>
        </p:nvSpPr>
        <p:spPr>
          <a:xfrm>
            <a:off x="593575" y="4813750"/>
            <a:ext cx="7956600" cy="329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593575" y="4813750"/>
            <a:ext cx="7956600" cy="329700"/>
          </a:xfrm>
          <a:prstGeom prst="rect">
            <a:avLst/>
          </a:prstGeom>
          <a:noFill/>
          <a:ln>
            <a:noFill/>
          </a:ln>
        </p:spPr>
        <p:txBody>
          <a:bodyPr anchorCtr="0" anchor="ctr" bIns="91425" lIns="91425" spcFirstLastPara="1" rIns="91425" wrap="square" tIns="91425">
            <a:noAutofit/>
          </a:bodyPr>
          <a:lstStyle>
            <a:lvl1pPr lvl="0" algn="ctr">
              <a:buNone/>
              <a:defRPr sz="1000">
                <a:solidFill>
                  <a:srgbClr val="666666"/>
                </a:solidFill>
                <a:latin typeface="Playfair Display"/>
                <a:ea typeface="Playfair Display"/>
                <a:cs typeface="Playfair Display"/>
                <a:sym typeface="Playfair Display"/>
              </a:defRPr>
            </a:lvl1pPr>
            <a:lvl2pPr lvl="1" algn="ctr">
              <a:buNone/>
              <a:defRPr sz="1000">
                <a:solidFill>
                  <a:srgbClr val="666666"/>
                </a:solidFill>
                <a:latin typeface="Playfair Display"/>
                <a:ea typeface="Playfair Display"/>
                <a:cs typeface="Playfair Display"/>
                <a:sym typeface="Playfair Display"/>
              </a:defRPr>
            </a:lvl2pPr>
            <a:lvl3pPr lvl="2" algn="ctr">
              <a:buNone/>
              <a:defRPr sz="1000">
                <a:solidFill>
                  <a:srgbClr val="666666"/>
                </a:solidFill>
                <a:latin typeface="Playfair Display"/>
                <a:ea typeface="Playfair Display"/>
                <a:cs typeface="Playfair Display"/>
                <a:sym typeface="Playfair Display"/>
              </a:defRPr>
            </a:lvl3pPr>
            <a:lvl4pPr lvl="3" algn="ctr">
              <a:buNone/>
              <a:defRPr sz="1000">
                <a:solidFill>
                  <a:srgbClr val="666666"/>
                </a:solidFill>
                <a:latin typeface="Playfair Display"/>
                <a:ea typeface="Playfair Display"/>
                <a:cs typeface="Playfair Display"/>
                <a:sym typeface="Playfair Display"/>
              </a:defRPr>
            </a:lvl4pPr>
            <a:lvl5pPr lvl="4" algn="ctr">
              <a:buNone/>
              <a:defRPr sz="1000">
                <a:solidFill>
                  <a:srgbClr val="666666"/>
                </a:solidFill>
                <a:latin typeface="Playfair Display"/>
                <a:ea typeface="Playfair Display"/>
                <a:cs typeface="Playfair Display"/>
                <a:sym typeface="Playfair Display"/>
              </a:defRPr>
            </a:lvl5pPr>
            <a:lvl6pPr lvl="5" algn="ctr">
              <a:buNone/>
              <a:defRPr sz="1000">
                <a:solidFill>
                  <a:srgbClr val="666666"/>
                </a:solidFill>
                <a:latin typeface="Playfair Display"/>
                <a:ea typeface="Playfair Display"/>
                <a:cs typeface="Playfair Display"/>
                <a:sym typeface="Playfair Display"/>
              </a:defRPr>
            </a:lvl6pPr>
            <a:lvl7pPr lvl="6" algn="ctr">
              <a:buNone/>
              <a:defRPr sz="1000">
                <a:solidFill>
                  <a:srgbClr val="666666"/>
                </a:solidFill>
                <a:latin typeface="Playfair Display"/>
                <a:ea typeface="Playfair Display"/>
                <a:cs typeface="Playfair Display"/>
                <a:sym typeface="Playfair Display"/>
              </a:defRPr>
            </a:lvl7pPr>
            <a:lvl8pPr lvl="7" algn="ctr">
              <a:buNone/>
              <a:defRPr sz="1000">
                <a:solidFill>
                  <a:srgbClr val="666666"/>
                </a:solidFill>
                <a:latin typeface="Playfair Display"/>
                <a:ea typeface="Playfair Display"/>
                <a:cs typeface="Playfair Display"/>
                <a:sym typeface="Playfair Display"/>
              </a:defRPr>
            </a:lvl8pPr>
            <a:lvl9pPr lvl="8" algn="ctr">
              <a:buNone/>
              <a:defRPr sz="1000">
                <a:solidFill>
                  <a:srgbClr val="666666"/>
                </a:solidFill>
                <a:latin typeface="Playfair Display"/>
                <a:ea typeface="Playfair Display"/>
                <a:cs typeface="Playfair Display"/>
                <a:sym typeface="Playfair Display"/>
              </a:defRPr>
            </a:lvl9pPr>
          </a:lstStyle>
          <a:p>
            <a:pPr indent="0" lvl="0" marL="0" rtl="0" algn="ctr">
              <a:spcBef>
                <a:spcPts val="0"/>
              </a:spcBef>
              <a:spcAft>
                <a:spcPts val="0"/>
              </a:spcAft>
              <a:buNone/>
            </a:pPr>
            <a:fld id="{00000000-1234-1234-1234-123412341234}" type="slidenum">
              <a:rPr lang="en"/>
              <a:t>‹#›</a:t>
            </a:fld>
            <a:endParaRPr/>
          </a:p>
        </p:txBody>
      </p:sp>
      <p:sp>
        <p:nvSpPr>
          <p:cNvPr id="7" name="Google Shape;7;p1"/>
          <p:cNvSpPr txBox="1"/>
          <p:nvPr>
            <p:ph type="title"/>
          </p:nvPr>
        </p:nvSpPr>
        <p:spPr>
          <a:xfrm>
            <a:off x="593575" y="0"/>
            <a:ext cx="7956600" cy="676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1pPr>
            <a:lvl2pPr lvl="1"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2pPr>
            <a:lvl3pPr lvl="2"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3pPr>
            <a:lvl4pPr lvl="3"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4pPr>
            <a:lvl5pPr lvl="4"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5pPr>
            <a:lvl6pPr lvl="5"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6pPr>
            <a:lvl7pPr lvl="6"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7pPr>
            <a:lvl8pPr lvl="7"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8pPr>
            <a:lvl9pPr lvl="8" algn="ctr">
              <a:spcBef>
                <a:spcPts val="0"/>
              </a:spcBef>
              <a:spcAft>
                <a:spcPts val="0"/>
              </a:spcAft>
              <a:buClr>
                <a:srgbClr val="111111"/>
              </a:buClr>
              <a:buSzPts val="1600"/>
              <a:buFont typeface="Playfair Display"/>
              <a:buNone/>
              <a:defRPr sz="1600">
                <a:solidFill>
                  <a:srgbClr val="111111"/>
                </a:solidFill>
                <a:latin typeface="Playfair Display"/>
                <a:ea typeface="Playfair Display"/>
                <a:cs typeface="Playfair Display"/>
                <a:sym typeface="Playfair Display"/>
              </a:defRPr>
            </a:lvl9pPr>
          </a:lstStyle>
          <a:p/>
        </p:txBody>
      </p:sp>
      <p:sp>
        <p:nvSpPr>
          <p:cNvPr id="8" name="Google Shape;8;p1"/>
          <p:cNvSpPr txBox="1"/>
          <p:nvPr>
            <p:ph idx="1" type="body"/>
          </p:nvPr>
        </p:nvSpPr>
        <p:spPr>
          <a:xfrm>
            <a:off x="593575" y="1823700"/>
            <a:ext cx="7956600" cy="2651700"/>
          </a:xfrm>
          <a:prstGeom prst="rect">
            <a:avLst/>
          </a:prstGeom>
          <a:noFill/>
          <a:ln>
            <a:noFill/>
          </a:ln>
        </p:spPr>
        <p:txBody>
          <a:bodyPr anchorCtr="0" anchor="t" bIns="91425" lIns="91425" spcFirstLastPara="1" rIns="91425" wrap="square" tIns="91425">
            <a:noAutofit/>
          </a:bodyPr>
          <a:lstStyle>
            <a:lvl1pPr indent="-330200" lvl="0" marL="457200">
              <a:lnSpc>
                <a:spcPct val="150000"/>
              </a:lnSpc>
              <a:spcBef>
                <a:spcPts val="60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1pPr>
            <a:lvl2pPr indent="-330200" lvl="1" marL="9144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2pPr>
            <a:lvl3pPr indent="-330200" lvl="2" marL="13716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3pPr>
            <a:lvl4pPr indent="-330200" lvl="3" marL="18288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4pPr>
            <a:lvl5pPr indent="-330200" lvl="4" marL="22860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5pPr>
            <a:lvl6pPr indent="-330200" lvl="5" marL="27432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6pPr>
            <a:lvl7pPr indent="-330200" lvl="6" marL="32004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7pPr>
            <a:lvl8pPr indent="-330200" lvl="7" marL="36576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8pPr>
            <a:lvl9pPr indent="-330200" lvl="8" marL="4114800">
              <a:lnSpc>
                <a:spcPct val="150000"/>
              </a:lnSpc>
              <a:spcBef>
                <a:spcPts val="0"/>
              </a:spcBef>
              <a:spcAft>
                <a:spcPts val="0"/>
              </a:spcAft>
              <a:buClr>
                <a:srgbClr val="B7B7B7"/>
              </a:buClr>
              <a:buSzPts val="1600"/>
              <a:buFont typeface="Raleway Light"/>
              <a:buChar char="∙"/>
              <a:defRPr sz="1600">
                <a:solidFill>
                  <a:srgbClr val="111111"/>
                </a:solidFill>
                <a:latin typeface="Raleway Light"/>
                <a:ea typeface="Raleway Light"/>
                <a:cs typeface="Raleway Light"/>
                <a:sym typeface="Raleway Light"/>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deepai.org/machine-learning-glossary-and-terms/perceptron" TargetMode="External"/><Relationship Id="rId4" Type="http://schemas.openxmlformats.org/officeDocument/2006/relationships/hyperlink" Target="https://deepai.org/machine-learning-glossary-and-terms/classifier" TargetMode="External"/><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type="ctrTitle"/>
          </p:nvPr>
        </p:nvSpPr>
        <p:spPr>
          <a:xfrm>
            <a:off x="685800" y="1915625"/>
            <a:ext cx="57270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Layer Perceptron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ctrTitle"/>
          </p:nvPr>
        </p:nvSpPr>
        <p:spPr>
          <a:xfrm>
            <a:off x="685800" y="3031150"/>
            <a:ext cx="4558200" cy="115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15"/>
          <p:cNvSpPr txBox="1"/>
          <p:nvPr>
            <p:ph idx="1" type="body"/>
          </p:nvPr>
        </p:nvSpPr>
        <p:spPr>
          <a:xfrm>
            <a:off x="94000" y="-107425"/>
            <a:ext cx="4418100" cy="28470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t/>
            </a:r>
            <a:endParaRPr b="1" sz="2900">
              <a:solidFill>
                <a:srgbClr val="980000"/>
              </a:solidFill>
              <a:latin typeface="Playfair Display"/>
              <a:ea typeface="Playfair Display"/>
              <a:cs typeface="Playfair Display"/>
              <a:sym typeface="Playfair Display"/>
            </a:endParaRPr>
          </a:p>
          <a:p>
            <a:pPr indent="0" lvl="0" marL="0" rtl="0" algn="l">
              <a:lnSpc>
                <a:spcPct val="100000"/>
              </a:lnSpc>
              <a:spcBef>
                <a:spcPts val="900"/>
              </a:spcBef>
              <a:spcAft>
                <a:spcPts val="0"/>
              </a:spcAft>
              <a:buNone/>
            </a:pPr>
            <a:r>
              <a:rPr b="1" lang="en" sz="2100">
                <a:solidFill>
                  <a:srgbClr val="980000"/>
                </a:solidFill>
                <a:latin typeface="Playfair Display"/>
                <a:ea typeface="Playfair Display"/>
                <a:cs typeface="Playfair Display"/>
                <a:sym typeface="Playfair Display"/>
              </a:rPr>
              <a:t>Perceptron was introduced by </a:t>
            </a:r>
            <a:r>
              <a:rPr b="1" lang="en" sz="2100">
                <a:solidFill>
                  <a:srgbClr val="FF9900"/>
                </a:solidFill>
                <a:latin typeface="Playfair Display"/>
                <a:ea typeface="Playfair Display"/>
                <a:cs typeface="Playfair Display"/>
                <a:sym typeface="Playfair Display"/>
              </a:rPr>
              <a:t>Frank Rosenblatt</a:t>
            </a:r>
            <a:r>
              <a:rPr b="1" lang="en" sz="2100">
                <a:solidFill>
                  <a:srgbClr val="980000"/>
                </a:solidFill>
                <a:latin typeface="Playfair Display"/>
                <a:ea typeface="Playfair Display"/>
                <a:cs typeface="Playfair Display"/>
                <a:sym typeface="Playfair Display"/>
              </a:rPr>
              <a:t> in </a:t>
            </a:r>
            <a:r>
              <a:rPr b="1" lang="en" sz="2100">
                <a:solidFill>
                  <a:srgbClr val="FF9900"/>
                </a:solidFill>
                <a:latin typeface="Playfair Display"/>
                <a:ea typeface="Playfair Display"/>
                <a:cs typeface="Playfair Display"/>
                <a:sym typeface="Playfair Display"/>
              </a:rPr>
              <a:t>1957. </a:t>
            </a:r>
            <a:r>
              <a:rPr b="1" lang="en" sz="2100">
                <a:solidFill>
                  <a:srgbClr val="980000"/>
                </a:solidFill>
                <a:latin typeface="Playfair Display"/>
                <a:ea typeface="Playfair Display"/>
                <a:cs typeface="Playfair Display"/>
                <a:sym typeface="Playfair Display"/>
              </a:rPr>
              <a:t>He proposed a Perceptron learning rule based on the original </a:t>
            </a:r>
            <a:endParaRPr b="1" sz="2100">
              <a:solidFill>
                <a:srgbClr val="980000"/>
              </a:solidFill>
              <a:latin typeface="Playfair Display"/>
              <a:ea typeface="Playfair Display"/>
              <a:cs typeface="Playfair Display"/>
              <a:sym typeface="Playfair Display"/>
            </a:endParaRPr>
          </a:p>
          <a:p>
            <a:pPr indent="0" lvl="0" marL="0" rtl="0" algn="l">
              <a:lnSpc>
                <a:spcPct val="100000"/>
              </a:lnSpc>
              <a:spcBef>
                <a:spcPts val="600"/>
              </a:spcBef>
              <a:spcAft>
                <a:spcPts val="0"/>
              </a:spcAft>
              <a:buNone/>
            </a:pPr>
            <a:r>
              <a:rPr b="1" lang="en" sz="2100">
                <a:solidFill>
                  <a:srgbClr val="980000"/>
                </a:solidFill>
                <a:latin typeface="Playfair Display"/>
                <a:ea typeface="Playfair Display"/>
                <a:cs typeface="Playfair Display"/>
                <a:sym typeface="Playfair Display"/>
              </a:rPr>
              <a:t>MCP(</a:t>
            </a:r>
            <a:r>
              <a:rPr b="1" lang="en" sz="1900">
                <a:solidFill>
                  <a:srgbClr val="FF9900"/>
                </a:solidFill>
                <a:latin typeface="Playfair Display"/>
                <a:ea typeface="Playfair Display"/>
                <a:cs typeface="Playfair Display"/>
                <a:sym typeface="Playfair Display"/>
              </a:rPr>
              <a:t>McCulloch-Pitts</a:t>
            </a:r>
            <a:r>
              <a:rPr b="1" lang="en" sz="2100">
                <a:solidFill>
                  <a:srgbClr val="980000"/>
                </a:solidFill>
                <a:latin typeface="Playfair Display"/>
                <a:ea typeface="Playfair Display"/>
                <a:cs typeface="Playfair Display"/>
                <a:sym typeface="Playfair Display"/>
              </a:rPr>
              <a:t>) neuron. A Perceptron is an algorithm for supervised learning of binary classifiers. This algorithm enables neurons to learn and processes elements in the training set one at a time.</a:t>
            </a:r>
            <a:endParaRPr b="1" i="1" sz="3300">
              <a:solidFill>
                <a:srgbClr val="980000"/>
              </a:solidFill>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618675" y="4535275"/>
            <a:ext cx="5841000" cy="299400"/>
          </a:xfrm>
          <a:prstGeom prst="rect">
            <a:avLst/>
          </a:prstGeom>
        </p:spPr>
        <p:txBody>
          <a:bodyPr anchorCtr="0" anchor="ctr" bIns="91425" lIns="91425" spcFirstLastPara="1" rIns="91425" wrap="square" tIns="91425">
            <a:noAutofit/>
          </a:bodyPr>
          <a:lstStyle/>
          <a:p>
            <a:pPr indent="0" lvl="0" marL="0" rtl="0" algn="l">
              <a:lnSpc>
                <a:spcPct val="115000"/>
              </a:lnSpc>
              <a:spcBef>
                <a:spcPts val="4800"/>
              </a:spcBef>
              <a:spcAft>
                <a:spcPts val="0"/>
              </a:spcAft>
              <a:buNone/>
            </a:pPr>
            <a:r>
              <a:rPr lang="en" sz="3500">
                <a:solidFill>
                  <a:srgbClr val="000000"/>
                </a:solidFill>
                <a:highlight>
                  <a:srgbClr val="FFFFFF"/>
                </a:highlight>
              </a:rPr>
              <a:t>Perceptron Function</a:t>
            </a:r>
            <a:endParaRPr sz="3500">
              <a:solidFill>
                <a:srgbClr val="000000"/>
              </a:solidFill>
              <a:highlight>
                <a:srgbClr val="FFFFFF"/>
              </a:highlight>
            </a:endParaRPr>
          </a:p>
          <a:p>
            <a:pPr indent="0" lvl="0" marL="0" rtl="0" algn="l">
              <a:lnSpc>
                <a:spcPct val="115000"/>
              </a:lnSpc>
              <a:spcBef>
                <a:spcPts val="24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t/>
            </a:r>
            <a:endParaRPr sz="6000">
              <a:solidFill>
                <a:srgbClr val="1D2129"/>
              </a:solidFill>
              <a:highlight>
                <a:srgbClr val="FFFFFF"/>
              </a:highlight>
            </a:endParaRPr>
          </a:p>
          <a:p>
            <a:pPr indent="0" lvl="0" marL="0" rtl="0" algn="l">
              <a:spcBef>
                <a:spcPts val="4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nvSpPr>
        <p:spPr>
          <a:xfrm>
            <a:off x="0" y="1386525"/>
            <a:ext cx="9144000" cy="407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980000"/>
                </a:solidFill>
                <a:highlight>
                  <a:srgbClr val="FFFFFF"/>
                </a:highlight>
                <a:latin typeface="Playfair Display"/>
                <a:ea typeface="Playfair Display"/>
                <a:cs typeface="Playfair Display"/>
                <a:sym typeface="Playfair Display"/>
              </a:rPr>
              <a:t>Perceptron is a function that maps its input </a:t>
            </a:r>
            <a:r>
              <a:rPr b="1" lang="en" sz="1000">
                <a:solidFill>
                  <a:srgbClr val="FF9900"/>
                </a:solidFill>
                <a:highlight>
                  <a:srgbClr val="FFFFFF"/>
                </a:highlight>
                <a:latin typeface="Playfair Display"/>
                <a:ea typeface="Playfair Display"/>
                <a:cs typeface="Playfair Display"/>
                <a:sym typeface="Playfair Display"/>
              </a:rPr>
              <a:t>“x,”</a:t>
            </a:r>
            <a:r>
              <a:rPr b="1" lang="en" sz="1000">
                <a:solidFill>
                  <a:srgbClr val="980000"/>
                </a:solidFill>
                <a:highlight>
                  <a:srgbClr val="FFFFFF"/>
                </a:highlight>
                <a:latin typeface="Playfair Display"/>
                <a:ea typeface="Playfair Display"/>
                <a:cs typeface="Playfair Display"/>
                <a:sym typeface="Playfair Display"/>
              </a:rPr>
              <a:t> which is multiplied with the learned weight coefficient; an output value </a:t>
            </a:r>
            <a:r>
              <a:rPr b="1" lang="en" sz="1000">
                <a:solidFill>
                  <a:srgbClr val="FF9900"/>
                </a:solidFill>
                <a:highlight>
                  <a:srgbClr val="FFFFFF"/>
                </a:highlight>
                <a:latin typeface="Playfair Display"/>
                <a:ea typeface="Playfair Display"/>
                <a:cs typeface="Playfair Display"/>
                <a:sym typeface="Playfair Display"/>
              </a:rPr>
              <a:t>”f(x)” </a:t>
            </a:r>
            <a:r>
              <a:rPr b="1" lang="en" sz="1000">
                <a:solidFill>
                  <a:srgbClr val="980000"/>
                </a:solidFill>
                <a:highlight>
                  <a:srgbClr val="FFFFFF"/>
                </a:highlight>
                <a:latin typeface="Playfair Display"/>
                <a:ea typeface="Playfair Display"/>
                <a:cs typeface="Playfair Display"/>
                <a:sym typeface="Playfair Display"/>
              </a:rPr>
              <a:t>is generated.</a:t>
            </a:r>
            <a:endParaRPr b="1" sz="1000">
              <a:solidFill>
                <a:srgbClr val="980000"/>
              </a:solidFill>
              <a:highlight>
                <a:srgbClr val="FFFFFF"/>
              </a:highlight>
              <a:latin typeface="Playfair Display"/>
              <a:ea typeface="Playfair Display"/>
              <a:cs typeface="Playfair Display"/>
              <a:sym typeface="Playfair Display"/>
            </a:endParaRPr>
          </a:p>
          <a:p>
            <a:pPr indent="0" lvl="0" marL="0" rtl="0" algn="l">
              <a:lnSpc>
                <a:spcPct val="115000"/>
              </a:lnSpc>
              <a:spcBef>
                <a:spcPts val="2000"/>
              </a:spcBef>
              <a:spcAft>
                <a:spcPts val="0"/>
              </a:spcAft>
              <a:buNone/>
            </a:pPr>
            <a:r>
              <a:t/>
            </a:r>
            <a:endParaRPr b="1" sz="1000">
              <a:solidFill>
                <a:srgbClr val="980000"/>
              </a:solidFill>
              <a:highlight>
                <a:srgbClr val="FFFFFF"/>
              </a:highlight>
              <a:latin typeface="Playfair Display"/>
              <a:ea typeface="Playfair Display"/>
              <a:cs typeface="Playfair Display"/>
              <a:sym typeface="Playfair Display"/>
            </a:endParaRPr>
          </a:p>
          <a:p>
            <a:pPr indent="0" lvl="0" marL="0" rtl="0" algn="l">
              <a:lnSpc>
                <a:spcPct val="115000"/>
              </a:lnSpc>
              <a:spcBef>
                <a:spcPts val="2000"/>
              </a:spcBef>
              <a:spcAft>
                <a:spcPts val="0"/>
              </a:spcAft>
              <a:buNone/>
            </a:pPr>
            <a:r>
              <a:t/>
            </a:r>
            <a:endParaRPr b="1" sz="900">
              <a:solidFill>
                <a:srgbClr val="980000"/>
              </a:solidFill>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rPr b="1" lang="en" sz="1000">
                <a:solidFill>
                  <a:srgbClr val="980000"/>
                </a:solidFill>
                <a:highlight>
                  <a:srgbClr val="FFFFFF"/>
                </a:highlight>
                <a:latin typeface="Playfair Display"/>
                <a:ea typeface="Playfair Display"/>
                <a:cs typeface="Playfair Display"/>
                <a:sym typeface="Playfair Display"/>
              </a:rPr>
              <a:t>In the equation given above:</a:t>
            </a:r>
            <a:endParaRPr b="1" sz="1000">
              <a:solidFill>
                <a:srgbClr val="980000"/>
              </a:solidFill>
              <a:highlight>
                <a:srgbClr val="FFFFFF"/>
              </a:highlight>
              <a:latin typeface="Playfair Display"/>
              <a:ea typeface="Playfair Display"/>
              <a:cs typeface="Playfair Display"/>
              <a:sym typeface="Playfair Display"/>
            </a:endParaRPr>
          </a:p>
          <a:p>
            <a:pPr indent="-292100" lvl="0" marL="457200" rtl="0" algn="l">
              <a:lnSpc>
                <a:spcPct val="115000"/>
              </a:lnSpc>
              <a:spcBef>
                <a:spcPts val="2000"/>
              </a:spcBef>
              <a:spcAft>
                <a:spcPts val="0"/>
              </a:spcAft>
              <a:buClr>
                <a:srgbClr val="980000"/>
              </a:buClr>
              <a:buSzPts val="1000"/>
              <a:buFont typeface="Playfair Display"/>
              <a:buChar char="●"/>
            </a:pPr>
            <a:r>
              <a:rPr b="1" lang="en" sz="1000">
                <a:solidFill>
                  <a:srgbClr val="FF9900"/>
                </a:solidFill>
                <a:highlight>
                  <a:srgbClr val="FFFFFF"/>
                </a:highlight>
                <a:latin typeface="Playfair Display"/>
                <a:ea typeface="Playfair Display"/>
                <a:cs typeface="Playfair Display"/>
                <a:sym typeface="Playfair Display"/>
              </a:rPr>
              <a:t>“w” </a:t>
            </a:r>
            <a:r>
              <a:rPr b="1" lang="en" sz="1000">
                <a:solidFill>
                  <a:srgbClr val="980000"/>
                </a:solidFill>
                <a:highlight>
                  <a:srgbClr val="FFFFFF"/>
                </a:highlight>
                <a:latin typeface="Playfair Display"/>
                <a:ea typeface="Playfair Display"/>
                <a:cs typeface="Playfair Display"/>
                <a:sym typeface="Playfair Display"/>
              </a:rPr>
              <a:t>= vector of real-valued weights</a:t>
            </a:r>
            <a:endParaRPr b="1" sz="1000">
              <a:solidFill>
                <a:srgbClr val="980000"/>
              </a:solidFill>
              <a:highlight>
                <a:srgbClr val="FFFFFF"/>
              </a:highlight>
              <a:latin typeface="Playfair Display"/>
              <a:ea typeface="Playfair Display"/>
              <a:cs typeface="Playfair Display"/>
              <a:sym typeface="Playfair Display"/>
            </a:endParaRPr>
          </a:p>
          <a:p>
            <a:pPr indent="-292100" lvl="0" marL="457200" rtl="0" algn="l">
              <a:lnSpc>
                <a:spcPct val="115000"/>
              </a:lnSpc>
              <a:spcBef>
                <a:spcPts val="0"/>
              </a:spcBef>
              <a:spcAft>
                <a:spcPts val="0"/>
              </a:spcAft>
              <a:buClr>
                <a:srgbClr val="980000"/>
              </a:buClr>
              <a:buSzPts val="1000"/>
              <a:buFont typeface="Playfair Display"/>
              <a:buChar char="●"/>
            </a:pPr>
            <a:r>
              <a:rPr b="1" lang="en" sz="1000">
                <a:solidFill>
                  <a:srgbClr val="FF9900"/>
                </a:solidFill>
                <a:highlight>
                  <a:srgbClr val="FFFFFF"/>
                </a:highlight>
                <a:latin typeface="Playfair Display"/>
                <a:ea typeface="Playfair Display"/>
                <a:cs typeface="Playfair Display"/>
                <a:sym typeface="Playfair Display"/>
              </a:rPr>
              <a:t>“b”</a:t>
            </a:r>
            <a:r>
              <a:rPr b="1" lang="en" sz="1000">
                <a:solidFill>
                  <a:srgbClr val="980000"/>
                </a:solidFill>
                <a:highlight>
                  <a:srgbClr val="FFFFFF"/>
                </a:highlight>
                <a:latin typeface="Playfair Display"/>
                <a:ea typeface="Playfair Display"/>
                <a:cs typeface="Playfair Display"/>
                <a:sym typeface="Playfair Display"/>
              </a:rPr>
              <a:t> = bias </a:t>
            </a:r>
            <a:endParaRPr b="1" sz="1000">
              <a:solidFill>
                <a:srgbClr val="980000"/>
              </a:solidFill>
              <a:highlight>
                <a:srgbClr val="FFFFFF"/>
              </a:highlight>
              <a:latin typeface="Playfair Display"/>
              <a:ea typeface="Playfair Display"/>
              <a:cs typeface="Playfair Display"/>
              <a:sym typeface="Playfair Display"/>
            </a:endParaRPr>
          </a:p>
          <a:p>
            <a:pPr indent="-292100" lvl="0" marL="457200" rtl="0" algn="l">
              <a:lnSpc>
                <a:spcPct val="115000"/>
              </a:lnSpc>
              <a:spcBef>
                <a:spcPts val="0"/>
              </a:spcBef>
              <a:spcAft>
                <a:spcPts val="0"/>
              </a:spcAft>
              <a:buClr>
                <a:srgbClr val="980000"/>
              </a:buClr>
              <a:buSzPts val="1000"/>
              <a:buFont typeface="Playfair Display"/>
              <a:buChar char="●"/>
            </a:pPr>
            <a:r>
              <a:rPr b="1" lang="en" sz="1000">
                <a:solidFill>
                  <a:srgbClr val="FF9900"/>
                </a:solidFill>
                <a:highlight>
                  <a:srgbClr val="FFFFFF"/>
                </a:highlight>
                <a:latin typeface="Playfair Display"/>
                <a:ea typeface="Playfair Display"/>
                <a:cs typeface="Playfair Display"/>
                <a:sym typeface="Playfair Display"/>
              </a:rPr>
              <a:t>“x”</a:t>
            </a:r>
            <a:r>
              <a:rPr b="1" lang="en" sz="1000">
                <a:solidFill>
                  <a:srgbClr val="980000"/>
                </a:solidFill>
                <a:highlight>
                  <a:srgbClr val="FFFFFF"/>
                </a:highlight>
                <a:latin typeface="Playfair Display"/>
                <a:ea typeface="Playfair Display"/>
                <a:cs typeface="Playfair Display"/>
                <a:sym typeface="Playfair Display"/>
              </a:rPr>
              <a:t> = vector of input x values</a:t>
            </a:r>
            <a:endParaRPr b="1" sz="1000">
              <a:solidFill>
                <a:srgbClr val="980000"/>
              </a:solidFill>
              <a:highlight>
                <a:srgbClr val="FFFFFF"/>
              </a:highlight>
              <a:latin typeface="Playfair Display"/>
              <a:ea typeface="Playfair Display"/>
              <a:cs typeface="Playfair Display"/>
              <a:sym typeface="Playfair Display"/>
            </a:endParaRPr>
          </a:p>
          <a:p>
            <a:pPr indent="0" lvl="0" marL="457200" rtl="0" algn="l">
              <a:lnSpc>
                <a:spcPct val="115000"/>
              </a:lnSpc>
              <a:spcBef>
                <a:spcPts val="2300"/>
              </a:spcBef>
              <a:spcAft>
                <a:spcPts val="0"/>
              </a:spcAft>
              <a:buNone/>
            </a:pPr>
            <a:r>
              <a:t/>
            </a:r>
            <a:endParaRPr b="1" sz="1000">
              <a:solidFill>
                <a:srgbClr val="980000"/>
              </a:solidFill>
              <a:highlight>
                <a:srgbClr val="FFFFFF"/>
              </a:highlight>
              <a:latin typeface="Playfair Display"/>
              <a:ea typeface="Playfair Display"/>
              <a:cs typeface="Playfair Display"/>
              <a:sym typeface="Playfair Display"/>
            </a:endParaRPr>
          </a:p>
          <a:p>
            <a:pPr indent="-292100" lvl="0" marL="457200" rtl="0" algn="l">
              <a:lnSpc>
                <a:spcPct val="115000"/>
              </a:lnSpc>
              <a:spcBef>
                <a:spcPts val="2300"/>
              </a:spcBef>
              <a:spcAft>
                <a:spcPts val="0"/>
              </a:spcAft>
              <a:buClr>
                <a:srgbClr val="980000"/>
              </a:buClr>
              <a:buSzPts val="1000"/>
              <a:buFont typeface="Playfair Display"/>
              <a:buChar char="●"/>
            </a:pPr>
            <a:r>
              <a:rPr b="1" lang="en" sz="1000">
                <a:solidFill>
                  <a:srgbClr val="FF9900"/>
                </a:solidFill>
                <a:highlight>
                  <a:srgbClr val="FFFFFF"/>
                </a:highlight>
                <a:latin typeface="Playfair Display"/>
                <a:ea typeface="Playfair Display"/>
                <a:cs typeface="Playfair Display"/>
                <a:sym typeface="Playfair Display"/>
              </a:rPr>
              <a:t>“m”</a:t>
            </a:r>
            <a:r>
              <a:rPr b="1" lang="en" sz="1000">
                <a:solidFill>
                  <a:srgbClr val="980000"/>
                </a:solidFill>
                <a:highlight>
                  <a:srgbClr val="FFFFFF"/>
                </a:highlight>
                <a:latin typeface="Playfair Display"/>
                <a:ea typeface="Playfair Display"/>
                <a:cs typeface="Playfair Display"/>
                <a:sym typeface="Playfair Display"/>
              </a:rPr>
              <a:t> = number of inputs to the Perceptron</a:t>
            </a:r>
            <a:endParaRPr b="1" sz="1000">
              <a:solidFill>
                <a:srgbClr val="980000"/>
              </a:solidFill>
              <a:highlight>
                <a:srgbClr val="FFFFFF"/>
              </a:highlight>
              <a:latin typeface="Playfair Display"/>
              <a:ea typeface="Playfair Display"/>
              <a:cs typeface="Playfair Display"/>
              <a:sym typeface="Playfair Display"/>
            </a:endParaRPr>
          </a:p>
          <a:p>
            <a:pPr indent="0" lvl="0" marL="0" rtl="0" algn="l">
              <a:lnSpc>
                <a:spcPct val="115000"/>
              </a:lnSpc>
              <a:spcBef>
                <a:spcPts val="2300"/>
              </a:spcBef>
              <a:spcAft>
                <a:spcPts val="0"/>
              </a:spcAft>
              <a:buNone/>
            </a:pPr>
            <a:r>
              <a:rPr b="1" lang="en" sz="1000">
                <a:solidFill>
                  <a:srgbClr val="980000"/>
                </a:solidFill>
                <a:highlight>
                  <a:srgbClr val="FFFFFF"/>
                </a:highlight>
                <a:latin typeface="Playfair Display"/>
                <a:ea typeface="Playfair Display"/>
                <a:cs typeface="Playfair Display"/>
                <a:sym typeface="Playfair Display"/>
              </a:rPr>
              <a:t>The output can be represented as </a:t>
            </a:r>
            <a:r>
              <a:rPr b="1" lang="en" sz="1000">
                <a:solidFill>
                  <a:srgbClr val="FF9900"/>
                </a:solidFill>
                <a:highlight>
                  <a:srgbClr val="FFFFFF"/>
                </a:highlight>
                <a:latin typeface="Playfair Display"/>
                <a:ea typeface="Playfair Display"/>
                <a:cs typeface="Playfair Display"/>
                <a:sym typeface="Playfair Display"/>
              </a:rPr>
              <a:t>“1”</a:t>
            </a:r>
            <a:r>
              <a:rPr b="1" lang="en" sz="1000">
                <a:solidFill>
                  <a:srgbClr val="980000"/>
                </a:solidFill>
                <a:highlight>
                  <a:srgbClr val="FFFFFF"/>
                </a:highlight>
                <a:latin typeface="Playfair Display"/>
                <a:ea typeface="Playfair Display"/>
                <a:cs typeface="Playfair Display"/>
                <a:sym typeface="Playfair Display"/>
              </a:rPr>
              <a:t> or </a:t>
            </a:r>
            <a:r>
              <a:rPr b="1" lang="en" sz="1000">
                <a:solidFill>
                  <a:srgbClr val="FF9900"/>
                </a:solidFill>
                <a:highlight>
                  <a:srgbClr val="FFFFFF"/>
                </a:highlight>
                <a:latin typeface="Playfair Display"/>
                <a:ea typeface="Playfair Display"/>
                <a:cs typeface="Playfair Display"/>
                <a:sym typeface="Playfair Display"/>
              </a:rPr>
              <a:t>“0.”</a:t>
            </a:r>
            <a:r>
              <a:rPr b="1" lang="en" sz="1000">
                <a:solidFill>
                  <a:srgbClr val="980000"/>
                </a:solidFill>
                <a:highlight>
                  <a:srgbClr val="FFFFFF"/>
                </a:highlight>
                <a:latin typeface="Playfair Display"/>
                <a:ea typeface="Playfair Display"/>
                <a:cs typeface="Playfair Display"/>
                <a:sym typeface="Playfair Display"/>
              </a:rPr>
              <a:t>  It can also be represented as </a:t>
            </a:r>
            <a:r>
              <a:rPr b="1" lang="en" sz="1000">
                <a:solidFill>
                  <a:srgbClr val="FF9900"/>
                </a:solidFill>
                <a:highlight>
                  <a:srgbClr val="FFFFFF"/>
                </a:highlight>
                <a:latin typeface="Playfair Display"/>
                <a:ea typeface="Playfair Display"/>
                <a:cs typeface="Playfair Display"/>
                <a:sym typeface="Playfair Display"/>
              </a:rPr>
              <a:t>“1”</a:t>
            </a:r>
            <a:r>
              <a:rPr b="1" lang="en" sz="1000">
                <a:solidFill>
                  <a:srgbClr val="980000"/>
                </a:solidFill>
                <a:highlight>
                  <a:srgbClr val="FFFFFF"/>
                </a:highlight>
                <a:latin typeface="Playfair Display"/>
                <a:ea typeface="Playfair Display"/>
                <a:cs typeface="Playfair Display"/>
                <a:sym typeface="Playfair Display"/>
              </a:rPr>
              <a:t> or </a:t>
            </a:r>
            <a:r>
              <a:rPr b="1" lang="en" sz="1000">
                <a:solidFill>
                  <a:srgbClr val="FF9900"/>
                </a:solidFill>
                <a:highlight>
                  <a:srgbClr val="FFFFFF"/>
                </a:highlight>
                <a:latin typeface="Playfair Display"/>
                <a:ea typeface="Playfair Display"/>
                <a:cs typeface="Playfair Display"/>
                <a:sym typeface="Playfair Display"/>
              </a:rPr>
              <a:t>“-1”</a:t>
            </a:r>
            <a:r>
              <a:rPr b="1" lang="en" sz="1000">
                <a:solidFill>
                  <a:srgbClr val="980000"/>
                </a:solidFill>
                <a:highlight>
                  <a:srgbClr val="FFFFFF"/>
                </a:highlight>
                <a:latin typeface="Playfair Display"/>
                <a:ea typeface="Playfair Display"/>
                <a:cs typeface="Playfair Display"/>
                <a:sym typeface="Playfair Display"/>
              </a:rPr>
              <a:t> depending on which activation function is used.</a:t>
            </a:r>
            <a:endParaRPr b="1" sz="1000">
              <a:solidFill>
                <a:srgbClr val="980000"/>
              </a:solidFill>
              <a:highlight>
                <a:srgbClr val="FFFFFF"/>
              </a:highlight>
              <a:latin typeface="Playfair Display"/>
              <a:ea typeface="Playfair Display"/>
              <a:cs typeface="Playfair Display"/>
              <a:sym typeface="Playfair Display"/>
            </a:endParaRPr>
          </a:p>
          <a:p>
            <a:pPr indent="0" lvl="0" marL="457200" rtl="0" algn="l">
              <a:lnSpc>
                <a:spcPct val="115000"/>
              </a:lnSpc>
              <a:spcBef>
                <a:spcPts val="2000"/>
              </a:spcBef>
              <a:spcAft>
                <a:spcPts val="0"/>
              </a:spcAft>
              <a:buNone/>
            </a:pPr>
            <a:r>
              <a:t/>
            </a:r>
            <a:endParaRPr b="1" sz="1500">
              <a:solidFill>
                <a:srgbClr val="980000"/>
              </a:solidFill>
              <a:latin typeface="Playfair Display"/>
              <a:ea typeface="Playfair Display"/>
              <a:cs typeface="Playfair Display"/>
              <a:sym typeface="Playfair Display"/>
            </a:endParaRPr>
          </a:p>
        </p:txBody>
      </p:sp>
      <p:pic>
        <p:nvPicPr>
          <p:cNvPr descr="Perceptron_6." id="111" name="Google Shape;111;p17"/>
          <p:cNvPicPr preferRelativeResize="0"/>
          <p:nvPr/>
        </p:nvPicPr>
        <p:blipFill>
          <a:blip r:embed="rId3">
            <a:alphaModFix/>
          </a:blip>
          <a:stretch>
            <a:fillRect/>
          </a:stretch>
        </p:blipFill>
        <p:spPr>
          <a:xfrm>
            <a:off x="2704000" y="1777375"/>
            <a:ext cx="2095500" cy="514350"/>
          </a:xfrm>
          <a:prstGeom prst="rect">
            <a:avLst/>
          </a:prstGeom>
          <a:noFill/>
          <a:ln>
            <a:noFill/>
          </a:ln>
        </p:spPr>
      </p:pic>
      <p:pic>
        <p:nvPicPr>
          <p:cNvPr descr="Perceptron_7." id="112" name="Google Shape;112;p17"/>
          <p:cNvPicPr preferRelativeResize="0"/>
          <p:nvPr/>
        </p:nvPicPr>
        <p:blipFill>
          <a:blip r:embed="rId4">
            <a:alphaModFix/>
          </a:blip>
          <a:stretch>
            <a:fillRect/>
          </a:stretch>
        </p:blipFill>
        <p:spPr>
          <a:xfrm>
            <a:off x="2851725" y="3536625"/>
            <a:ext cx="638175" cy="47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ctrTitle"/>
          </p:nvPr>
        </p:nvSpPr>
        <p:spPr>
          <a:xfrm>
            <a:off x="685800" y="3098300"/>
            <a:ext cx="4558200" cy="115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Types Perceptron layer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idx="1" type="body"/>
          </p:nvPr>
        </p:nvSpPr>
        <p:spPr>
          <a:xfrm>
            <a:off x="1649100" y="1221800"/>
            <a:ext cx="6825000" cy="2243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i="0" lang="en" sz="1700">
                <a:solidFill>
                  <a:srgbClr val="980000"/>
                </a:solidFill>
                <a:highlight>
                  <a:srgbClr val="FFFFFF"/>
                </a:highlight>
              </a:rPr>
              <a:t>There are two types of Perceptrons: Single layer and Multilayer.</a:t>
            </a:r>
            <a:endParaRPr b="1" i="0" sz="1700">
              <a:solidFill>
                <a:srgbClr val="980000"/>
              </a:solidFill>
              <a:highlight>
                <a:srgbClr val="FFFFFF"/>
              </a:highlight>
            </a:endParaRPr>
          </a:p>
          <a:p>
            <a:pPr indent="-336550" lvl="0" marL="647700" rtl="0" algn="l">
              <a:lnSpc>
                <a:spcPct val="115000"/>
              </a:lnSpc>
              <a:spcBef>
                <a:spcPts val="2000"/>
              </a:spcBef>
              <a:spcAft>
                <a:spcPts val="0"/>
              </a:spcAft>
              <a:buClr>
                <a:srgbClr val="980000"/>
              </a:buClr>
              <a:buSzPts val="1700"/>
              <a:buFont typeface="Playfair Display"/>
              <a:buChar char="●"/>
            </a:pPr>
            <a:r>
              <a:rPr b="1" i="0" lang="en" sz="1700">
                <a:solidFill>
                  <a:srgbClr val="980000"/>
                </a:solidFill>
                <a:highlight>
                  <a:srgbClr val="FFFFFF"/>
                </a:highlight>
              </a:rPr>
              <a:t>Single layer - Single layer perceptrons can learn only linearly separable patterns</a:t>
            </a:r>
            <a:endParaRPr b="1" i="0" sz="1700">
              <a:solidFill>
                <a:srgbClr val="980000"/>
              </a:solidFill>
              <a:highlight>
                <a:srgbClr val="FFFFFF"/>
              </a:highlight>
            </a:endParaRPr>
          </a:p>
          <a:p>
            <a:pPr indent="-336550" lvl="0" marL="647700" rtl="0" algn="l">
              <a:lnSpc>
                <a:spcPct val="115000"/>
              </a:lnSpc>
              <a:spcBef>
                <a:spcPts val="0"/>
              </a:spcBef>
              <a:spcAft>
                <a:spcPts val="0"/>
              </a:spcAft>
              <a:buClr>
                <a:srgbClr val="FF9900"/>
              </a:buClr>
              <a:buSzPts val="1700"/>
              <a:buFont typeface="Playfair Display"/>
              <a:buChar char="●"/>
            </a:pPr>
            <a:r>
              <a:rPr b="1" i="0" lang="en" sz="1700">
                <a:solidFill>
                  <a:srgbClr val="FF9900"/>
                </a:solidFill>
                <a:highlight>
                  <a:srgbClr val="FFFFFF"/>
                </a:highlight>
              </a:rPr>
              <a:t>Multilayer - Multilayer perceptrons or feedforward neural networks with two or more layers have the greater processing power</a:t>
            </a:r>
            <a:endParaRPr b="1" i="0" sz="1700">
              <a:solidFill>
                <a:srgbClr val="FF9900"/>
              </a:solidFill>
              <a:highlight>
                <a:srgbClr val="FFFFFF"/>
              </a:highlight>
            </a:endParaRPr>
          </a:p>
          <a:p>
            <a:pPr indent="0" lvl="0" marL="457200" rtl="0" algn="ctr">
              <a:spcBef>
                <a:spcPts val="2300"/>
              </a:spcBef>
              <a:spcAft>
                <a:spcPts val="0"/>
              </a:spcAft>
              <a:buNone/>
            </a:pPr>
            <a:r>
              <a:t/>
            </a:r>
            <a:endParaRPr b="1">
              <a:solidFill>
                <a:srgbClr val="980000"/>
              </a:solidFill>
            </a:endParaRPr>
          </a:p>
          <a:p>
            <a:pPr indent="0" lvl="0" marL="457200" rtl="0" algn="l">
              <a:spcBef>
                <a:spcPts val="600"/>
              </a:spcBef>
              <a:spcAft>
                <a:spcPts val="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ctrTitle"/>
          </p:nvPr>
        </p:nvSpPr>
        <p:spPr>
          <a:xfrm>
            <a:off x="645525" y="3353475"/>
            <a:ext cx="4558200" cy="1159800"/>
          </a:xfrm>
          <a:prstGeom prst="rect">
            <a:avLst/>
          </a:prstGeom>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lang="en">
                <a:solidFill>
                  <a:srgbClr val="1D2129"/>
                </a:solidFill>
                <a:highlight>
                  <a:srgbClr val="FFFFFF"/>
                </a:highlight>
              </a:rPr>
              <a:t>What are multilayer perceptrons?</a:t>
            </a:r>
            <a:endParaRPr>
              <a:solidFill>
                <a:srgbClr val="1D2129"/>
              </a:solidFill>
              <a:highlight>
                <a:srgbClr val="FFFFFF"/>
              </a:highlight>
            </a:endParaRPr>
          </a:p>
          <a:p>
            <a:pPr indent="0" lvl="0" marL="0" rtl="0" algn="l">
              <a:spcBef>
                <a:spcPts val="4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nvSpPr>
        <p:spPr>
          <a:xfrm>
            <a:off x="479375" y="1663000"/>
            <a:ext cx="83034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a:solidFill>
                  <a:srgbClr val="FF9900"/>
                </a:solidFill>
                <a:latin typeface="Playfair Display"/>
                <a:ea typeface="Playfair Display"/>
                <a:cs typeface="Playfair Display"/>
                <a:sym typeface="Playfair Display"/>
              </a:rPr>
              <a:t>The </a:t>
            </a:r>
            <a:r>
              <a:rPr b="1" lang="en">
                <a:solidFill>
                  <a:srgbClr val="FF9900"/>
                </a:solidFill>
                <a:uFill>
                  <a:noFill/>
                </a:uFill>
                <a:latin typeface="Playfair Display"/>
                <a:ea typeface="Playfair Display"/>
                <a:cs typeface="Playfair Display"/>
                <a:sym typeface="Playfair Display"/>
                <a:hlinkClick r:id="rId3">
                  <a:extLst>
                    <a:ext uri="{A12FA001-AC4F-418D-AE19-62706E023703}">
                      <ahyp:hlinkClr val="tx"/>
                    </a:ext>
                  </a:extLst>
                </a:hlinkClick>
              </a:rPr>
              <a:t>perceptron</a:t>
            </a:r>
            <a:r>
              <a:rPr b="1" lang="en">
                <a:solidFill>
                  <a:srgbClr val="FF9900"/>
                </a:solidFill>
                <a:latin typeface="Playfair Display"/>
                <a:ea typeface="Playfair Display"/>
                <a:cs typeface="Playfair Display"/>
                <a:sym typeface="Playfair Display"/>
              </a:rPr>
              <a:t> is very useful for </a:t>
            </a:r>
            <a:r>
              <a:rPr b="1" lang="en">
                <a:solidFill>
                  <a:srgbClr val="FF9900"/>
                </a:solidFill>
                <a:uFill>
                  <a:noFill/>
                </a:uFill>
                <a:latin typeface="Playfair Display"/>
                <a:ea typeface="Playfair Display"/>
                <a:cs typeface="Playfair Display"/>
                <a:sym typeface="Playfair Display"/>
                <a:hlinkClick r:id="rId4">
                  <a:extLst>
                    <a:ext uri="{A12FA001-AC4F-418D-AE19-62706E023703}">
                      <ahyp:hlinkClr val="tx"/>
                    </a:ext>
                  </a:extLst>
                </a:hlinkClick>
              </a:rPr>
              <a:t>classifying</a:t>
            </a:r>
            <a:r>
              <a:rPr b="1" lang="en">
                <a:solidFill>
                  <a:srgbClr val="FF9900"/>
                </a:solidFill>
                <a:latin typeface="Playfair Display"/>
                <a:ea typeface="Playfair Display"/>
                <a:cs typeface="Playfair Display"/>
                <a:sym typeface="Playfair Display"/>
              </a:rPr>
              <a:t> data sets that are linearly separable.  They encounter serious limitations with data sets that do not conform to this pattern as discovered with the XOR problem.  The XOR problem shows that for any classification of four points that there exists a set that are not linearly separable.</a:t>
            </a:r>
            <a:endParaRPr b="1">
              <a:solidFill>
                <a:srgbClr val="FF9900"/>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t/>
            </a:r>
            <a:endParaRPr b="1">
              <a:solidFill>
                <a:srgbClr val="FF9900"/>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t/>
            </a:r>
            <a:endParaRPr b="1">
              <a:solidFill>
                <a:srgbClr val="FF9900"/>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t/>
            </a:r>
            <a:endParaRPr b="1">
              <a:solidFill>
                <a:srgbClr val="FF9900"/>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t/>
            </a:r>
            <a:endParaRPr b="1">
              <a:solidFill>
                <a:srgbClr val="FF9900"/>
              </a:solidFill>
              <a:latin typeface="Playfair Display"/>
              <a:ea typeface="Playfair Display"/>
              <a:cs typeface="Playfair Display"/>
              <a:sym typeface="Playfair Display"/>
            </a:endParaRPr>
          </a:p>
          <a:p>
            <a:pPr indent="0" lvl="0" marL="0" rtl="0" algn="l">
              <a:lnSpc>
                <a:spcPct val="138000"/>
              </a:lnSpc>
              <a:spcBef>
                <a:spcPts val="1200"/>
              </a:spcBef>
              <a:spcAft>
                <a:spcPts val="0"/>
              </a:spcAft>
              <a:buNone/>
            </a:pPr>
            <a:r>
              <a:rPr b="1" lang="en" sz="1500">
                <a:solidFill>
                  <a:srgbClr val="FF9900"/>
                </a:solidFill>
                <a:latin typeface="Playfair Display"/>
                <a:ea typeface="Playfair Display"/>
                <a:cs typeface="Playfair Display"/>
                <a:sym typeface="Playfair Display"/>
              </a:rPr>
              <a:t>The </a:t>
            </a:r>
            <a:r>
              <a:rPr b="1" lang="en" sz="1500">
                <a:solidFill>
                  <a:srgbClr val="980000"/>
                </a:solidFill>
                <a:latin typeface="Playfair Display"/>
                <a:ea typeface="Playfair Display"/>
                <a:cs typeface="Playfair Display"/>
                <a:sym typeface="Playfair Display"/>
              </a:rPr>
              <a:t>MultiLayer Perceptron (MLPs) breaks this restriction and classifies datasets which are not linearly separable. </a:t>
            </a:r>
            <a:r>
              <a:rPr b="1" lang="en" sz="1500">
                <a:solidFill>
                  <a:srgbClr val="1D2129"/>
                </a:solidFill>
                <a:latin typeface="Playfair Display"/>
                <a:ea typeface="Playfair Display"/>
                <a:cs typeface="Playfair Display"/>
                <a:sym typeface="Playfair Display"/>
              </a:rPr>
              <a:t> </a:t>
            </a:r>
            <a:r>
              <a:rPr b="1" lang="en" sz="1500">
                <a:solidFill>
                  <a:srgbClr val="980000"/>
                </a:solidFill>
                <a:latin typeface="Playfair Display"/>
                <a:ea typeface="Playfair Display"/>
                <a:cs typeface="Playfair Display"/>
                <a:sym typeface="Playfair Display"/>
              </a:rPr>
              <a:t>They do this by using a more robust and complex architecture to learn regression and classification models for difficult datasets.</a:t>
            </a:r>
            <a:endParaRPr b="1" sz="1500">
              <a:solidFill>
                <a:srgbClr val="980000"/>
              </a:solidFill>
              <a:latin typeface="Playfair Display"/>
              <a:ea typeface="Playfair Display"/>
              <a:cs typeface="Playfair Display"/>
              <a:sym typeface="Playfair Display"/>
            </a:endParaRPr>
          </a:p>
        </p:txBody>
      </p:sp>
      <p:pic>
        <p:nvPicPr>
          <p:cNvPr id="133" name="Google Shape;133;p21"/>
          <p:cNvPicPr preferRelativeResize="0"/>
          <p:nvPr/>
        </p:nvPicPr>
        <p:blipFill>
          <a:blip r:embed="rId5">
            <a:alphaModFix/>
          </a:blip>
          <a:stretch>
            <a:fillRect/>
          </a:stretch>
        </p:blipFill>
        <p:spPr>
          <a:xfrm>
            <a:off x="2723325" y="2640263"/>
            <a:ext cx="4000075" cy="1045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ctrTitle"/>
          </p:nvPr>
        </p:nvSpPr>
        <p:spPr>
          <a:xfrm>
            <a:off x="618675" y="3796650"/>
            <a:ext cx="5787300" cy="1159800"/>
          </a:xfrm>
          <a:prstGeom prst="rect">
            <a:avLst/>
          </a:prstGeom>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lang="en">
                <a:solidFill>
                  <a:srgbClr val="1D2129"/>
                </a:solidFill>
              </a:rPr>
              <a:t>How does a multilayer perceptron work?</a:t>
            </a:r>
            <a:endParaRPr>
              <a:solidFill>
                <a:srgbClr val="1D2129"/>
              </a:solidFill>
            </a:endParaRPr>
          </a:p>
          <a:p>
            <a:pPr indent="0" lvl="0" marL="0" rtl="0" algn="l">
              <a:lnSpc>
                <a:spcPct val="115000"/>
              </a:lnSpc>
              <a:spcBef>
                <a:spcPts val="1800"/>
              </a:spcBef>
              <a:spcAft>
                <a:spcPts val="0"/>
              </a:spcAft>
              <a:buNone/>
            </a:pPr>
            <a:r>
              <a:t/>
            </a:r>
            <a:endParaRPr>
              <a:solidFill>
                <a:srgbClr val="1D2129"/>
              </a:solidFill>
              <a:highlight>
                <a:srgbClr val="FFFFFF"/>
              </a:highlight>
            </a:endParaRPr>
          </a:p>
          <a:p>
            <a:pPr indent="0" lvl="0" marL="0" rtl="0" algn="l">
              <a:spcBef>
                <a:spcPts val="4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3"/>
          <p:cNvPicPr preferRelativeResize="0"/>
          <p:nvPr/>
        </p:nvPicPr>
        <p:blipFill>
          <a:blip r:embed="rId3">
            <a:alphaModFix/>
          </a:blip>
          <a:stretch>
            <a:fillRect/>
          </a:stretch>
        </p:blipFill>
        <p:spPr>
          <a:xfrm>
            <a:off x="0" y="2069900"/>
            <a:ext cx="4579450" cy="3073600"/>
          </a:xfrm>
          <a:prstGeom prst="rect">
            <a:avLst/>
          </a:prstGeom>
          <a:noFill/>
          <a:ln>
            <a:noFill/>
          </a:ln>
        </p:spPr>
      </p:pic>
      <p:sp>
        <p:nvSpPr>
          <p:cNvPr id="144" name="Google Shape;144;p23"/>
          <p:cNvSpPr txBox="1"/>
          <p:nvPr/>
        </p:nvSpPr>
        <p:spPr>
          <a:xfrm>
            <a:off x="174575" y="0"/>
            <a:ext cx="4297500" cy="1933800"/>
          </a:xfrm>
          <a:prstGeom prst="rect">
            <a:avLst/>
          </a:prstGeom>
          <a:noFill/>
          <a:ln>
            <a:noFill/>
          </a:ln>
        </p:spPr>
        <p:txBody>
          <a:bodyPr anchorCtr="0" anchor="ctr" bIns="91425" lIns="91425" spcFirstLastPara="1" rIns="91425" wrap="square" tIns="91425">
            <a:noAutofit/>
          </a:bodyPr>
          <a:lstStyle/>
          <a:p>
            <a:pPr indent="0" lvl="0" marL="0" rtl="0" algn="l">
              <a:lnSpc>
                <a:spcPct val="138000"/>
              </a:lnSpc>
              <a:spcBef>
                <a:spcPts val="0"/>
              </a:spcBef>
              <a:spcAft>
                <a:spcPts val="0"/>
              </a:spcAft>
              <a:buNone/>
            </a:pPr>
            <a:r>
              <a:rPr b="1" lang="en">
                <a:solidFill>
                  <a:srgbClr val="980000"/>
                </a:solidFill>
                <a:latin typeface="Playfair Display"/>
                <a:ea typeface="Playfair Display"/>
                <a:cs typeface="Playfair Display"/>
                <a:sym typeface="Playfair Display"/>
              </a:rPr>
              <a:t>The Perceptron consists of an input layer and an output layer which are fully connected.  MLPs have the same input and output layers but may have multiple hidden layers in between the aforementioned layers, as seen below.</a:t>
            </a:r>
            <a:r>
              <a:rPr b="1" lang="en">
                <a:solidFill>
                  <a:srgbClr val="980000"/>
                </a:solidFill>
                <a:latin typeface="Playfair Display"/>
                <a:ea typeface="Playfair Display"/>
                <a:cs typeface="Playfair Display"/>
                <a:sym typeface="Playfair Display"/>
              </a:rPr>
              <a:t>because they are not directly observable from the systems inputs and outputs.</a:t>
            </a:r>
            <a:endParaRPr b="1" sz="1600">
              <a:solidFill>
                <a:srgbClr val="980000"/>
              </a:solidFill>
              <a:latin typeface="Playfair Display"/>
              <a:ea typeface="Playfair Display"/>
              <a:cs typeface="Playfair Display"/>
              <a:sym typeface="Playfair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24"/>
          <p:cNvSpPr txBox="1"/>
          <p:nvPr>
            <p:ph idx="12" type="sldNum"/>
          </p:nvPr>
        </p:nvSpPr>
        <p:spPr>
          <a:xfrm>
            <a:off x="595675" y="4813750"/>
            <a:ext cx="3389100" cy="32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50" name="Google Shape;150;p24"/>
          <p:cNvPicPr preferRelativeResize="0"/>
          <p:nvPr/>
        </p:nvPicPr>
        <p:blipFill>
          <a:blip r:embed="rId4">
            <a:alphaModFix/>
          </a:blip>
          <a:stretch>
            <a:fillRect/>
          </a:stretch>
        </p:blipFill>
        <p:spPr>
          <a:xfrm>
            <a:off x="0" y="0"/>
            <a:ext cx="4575500" cy="51434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sabella template">
  <a:themeElements>
    <a:clrScheme name="Custom 347">
      <a:dk1>
        <a:srgbClr val="111111"/>
      </a:dk1>
      <a:lt1>
        <a:srgbClr val="FFFFFF"/>
      </a:lt1>
      <a:dk2>
        <a:srgbClr val="7D7D85"/>
      </a:dk2>
      <a:lt2>
        <a:srgbClr val="E6E6EE"/>
      </a:lt2>
      <a:accent1>
        <a:srgbClr val="8EAEDF"/>
      </a:accent1>
      <a:accent2>
        <a:srgbClr val="AACC9B"/>
      </a:accent2>
      <a:accent3>
        <a:srgbClr val="ECCF75"/>
      </a:accent3>
      <a:accent4>
        <a:srgbClr val="F3B473"/>
      </a:accent4>
      <a:accent5>
        <a:srgbClr val="E27E7E"/>
      </a:accent5>
      <a:accent6>
        <a:srgbClr val="D181AA"/>
      </a:accent6>
      <a:hlink>
        <a:srgbClr val="111111"/>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