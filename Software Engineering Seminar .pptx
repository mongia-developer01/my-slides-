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6858000" cy="9144000"/>
  <p:embeddedFontLst>
    <p:embeddedFont>
      <p:font typeface="Sniglet"/>
      <p:regular r:id="rId30"/>
    </p:embeddedFont>
    <p:embeddedFont>
      <p:font typeface="Bangers"/>
      <p:regular r:id="rId31"/>
    </p:embeddedFont>
    <p:embeddedFont>
      <p:font typeface="Tahoma"/>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ngers-regular.fntdata"/><Relationship Id="rId30" Type="http://schemas.openxmlformats.org/officeDocument/2006/relationships/font" Target="fonts/Sniglet-regular.fntdata"/><Relationship Id="rId11" Type="http://schemas.openxmlformats.org/officeDocument/2006/relationships/slide" Target="slides/slide7.xml"/><Relationship Id="rId33" Type="http://schemas.openxmlformats.org/officeDocument/2006/relationships/font" Target="fonts/Tahoma-bold.fntdata"/><Relationship Id="rId10" Type="http://schemas.openxmlformats.org/officeDocument/2006/relationships/slide" Target="slides/slide6.xml"/><Relationship Id="rId32" Type="http://schemas.openxmlformats.org/officeDocument/2006/relationships/font" Target="fonts/Tahoma-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1d6a45213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1d6a452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1d6a45213_1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1d6a45213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c1d6a45213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c1d6a4521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c1d6a45213_1_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c1d6a45213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085bdbe9b_0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085bdbe9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085bdbe9b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085bdbe9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085bdbe9b_0_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085bdbe9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085bdbe9b_0_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085bdbe9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085bdbe9b_0_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085bdbe9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c085bdbe9b_0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c085bdbe9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c085bdbe9b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c085bdbe9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c085bdbe9b_0_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c085bdbe9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c085bdbe9b_0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c085bdbe9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085bdbe9b_0_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085bdbe9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c085bdbe9b_0_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c085bdbe9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085bdbe9b_0_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085bdbe9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c085bdbe9b_0_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c085bdbe9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c085bdbe9b_0_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c085bdbe9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c085bdbe9b_0_1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c085bdbe9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085bdbe9b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c085bdbe9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c085bdbe9b_0_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c085bdbe9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5"/>
        </a:solidFill>
      </p:bgPr>
    </p:bg>
    <p:spTree>
      <p:nvGrpSpPr>
        <p:cNvPr id="9" name="Shape 9"/>
        <p:cNvGrpSpPr/>
        <p:nvPr/>
      </p:nvGrpSpPr>
      <p:grpSpPr>
        <a:xfrm>
          <a:off x="0" y="0"/>
          <a:ext cx="0" cy="0"/>
          <a:chOff x="0" y="0"/>
          <a:chExt cx="0" cy="0"/>
        </a:xfrm>
      </p:grpSpPr>
      <p:pic>
        <p:nvPicPr>
          <p:cNvPr descr="comic-04.png" id="10" name="Google Shape;10;p2"/>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11" name="Google Shape;11;p2"/>
          <p:cNvSpPr/>
          <p:nvPr/>
        </p:nvSpPr>
        <p:spPr>
          <a:xfrm>
            <a:off x="1315275" y="921225"/>
            <a:ext cx="6411650" cy="3910600"/>
          </a:xfrm>
          <a:custGeom>
            <a:rect b="b" l="l" r="r" t="t"/>
            <a:pathLst>
              <a:path extrusionOk="0" h="156424" w="256466">
                <a:moveTo>
                  <a:pt x="39612" y="0"/>
                </a:moveTo>
                <a:lnTo>
                  <a:pt x="39612" y="26023"/>
                </a:lnTo>
                <a:lnTo>
                  <a:pt x="0" y="23918"/>
                </a:lnTo>
                <a:lnTo>
                  <a:pt x="40190" y="61876"/>
                </a:lnTo>
                <a:lnTo>
                  <a:pt x="40190" y="156424"/>
                </a:lnTo>
                <a:lnTo>
                  <a:pt x="256466" y="139076"/>
                </a:lnTo>
                <a:lnTo>
                  <a:pt x="248659" y="19951"/>
                </a:lnTo>
                <a:close/>
              </a:path>
            </a:pathLst>
          </a:custGeom>
          <a:solidFill>
            <a:srgbClr val="001936">
              <a:alpha val="21568"/>
            </a:srgbClr>
          </a:solidFill>
          <a:ln>
            <a:noFill/>
          </a:ln>
        </p:spPr>
      </p:sp>
      <p:sp>
        <p:nvSpPr>
          <p:cNvPr id="12" name="Google Shape;12;p2"/>
          <p:cNvSpPr/>
          <p:nvPr/>
        </p:nvSpPr>
        <p:spPr>
          <a:xfrm>
            <a:off x="1010475" y="616425"/>
            <a:ext cx="6411650" cy="3910600"/>
          </a:xfrm>
          <a:custGeom>
            <a:rect b="b" l="l" r="r" t="t"/>
            <a:pathLst>
              <a:path extrusionOk="0" h="156424" w="256466">
                <a:moveTo>
                  <a:pt x="39612" y="0"/>
                </a:moveTo>
                <a:lnTo>
                  <a:pt x="39612" y="26023"/>
                </a:lnTo>
                <a:lnTo>
                  <a:pt x="0" y="23918"/>
                </a:lnTo>
                <a:lnTo>
                  <a:pt x="40190" y="61876"/>
                </a:lnTo>
                <a:lnTo>
                  <a:pt x="40190" y="156424"/>
                </a:lnTo>
                <a:lnTo>
                  <a:pt x="256466" y="139076"/>
                </a:lnTo>
                <a:lnTo>
                  <a:pt x="248659" y="19951"/>
                </a:lnTo>
                <a:close/>
              </a:path>
            </a:pathLst>
          </a:custGeom>
          <a:solidFill>
            <a:srgbClr val="FFFFFF"/>
          </a:solidFill>
          <a:ln cap="flat" cmpd="sng" w="76200">
            <a:solidFill>
              <a:srgbClr val="000000"/>
            </a:solidFill>
            <a:prstDash val="solid"/>
            <a:miter lim="8000"/>
            <a:headEnd len="sm" w="sm" type="none"/>
            <a:tailEnd len="sm" w="sm" type="none"/>
          </a:ln>
        </p:spPr>
      </p:sp>
      <p:sp>
        <p:nvSpPr>
          <p:cNvPr id="13" name="Google Shape;13;p2"/>
          <p:cNvSpPr txBox="1"/>
          <p:nvPr>
            <p:ph type="ctrTitle"/>
          </p:nvPr>
        </p:nvSpPr>
        <p:spPr>
          <a:xfrm>
            <a:off x="2572125" y="2068625"/>
            <a:ext cx="4271700" cy="1159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solidFill>
          <a:srgbClr val="249651"/>
        </a:solidFill>
      </p:bgPr>
    </p:bg>
    <p:spTree>
      <p:nvGrpSpPr>
        <p:cNvPr id="14" name="Shape 14"/>
        <p:cNvGrpSpPr/>
        <p:nvPr/>
      </p:nvGrpSpPr>
      <p:grpSpPr>
        <a:xfrm>
          <a:off x="0" y="0"/>
          <a:ext cx="0" cy="0"/>
          <a:chOff x="0" y="0"/>
          <a:chExt cx="0" cy="0"/>
        </a:xfrm>
      </p:grpSpPr>
      <p:pic>
        <p:nvPicPr>
          <p:cNvPr descr="comic-01.png" id="15" name="Google Shape;15;p3"/>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16" name="Google Shape;16;p3"/>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568"/>
            </a:srgbClr>
          </a:solidFill>
          <a:ln>
            <a:noFill/>
          </a:ln>
        </p:spPr>
      </p:sp>
      <p:sp>
        <p:nvSpPr>
          <p:cNvPr id="17" name="Google Shape;17;p3"/>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sm" w="sm" type="none"/>
            <a:tailEnd len="sm" w="sm" type="none"/>
          </a:ln>
        </p:spPr>
      </p:sp>
      <p:sp>
        <p:nvSpPr>
          <p:cNvPr id="18" name="Google Shape;18;p3"/>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3"/>
          <p:cNvSpPr txBox="1"/>
          <p:nvPr>
            <p:ph idx="1" type="body"/>
          </p:nvPr>
        </p:nvSpPr>
        <p:spPr>
          <a:xfrm>
            <a:off x="1073625" y="1550125"/>
            <a:ext cx="3396300" cy="2666100"/>
          </a:xfrm>
          <a:prstGeom prst="rect">
            <a:avLst/>
          </a:prstGeom>
          <a:noFill/>
          <a:ln>
            <a:noFill/>
          </a:ln>
        </p:spPr>
        <p:txBody>
          <a:bodyPr anchorCtr="0" anchor="t" bIns="91425" lIns="91425" spcFirstLastPara="1" rIns="91425" wrap="square" tIns="91425">
            <a:noAutofit/>
          </a:bodyPr>
          <a:lstStyle>
            <a:lvl1pPr indent="-368300" lvl="0" marL="457200" algn="l">
              <a:lnSpc>
                <a:spcPct val="100000"/>
              </a:lnSpc>
              <a:spcBef>
                <a:spcPts val="600"/>
              </a:spcBef>
              <a:spcAft>
                <a:spcPts val="0"/>
              </a:spcAft>
              <a:buSzPts val="2200"/>
              <a:buChar char="×"/>
              <a:defRPr sz="2200"/>
            </a:lvl1pPr>
            <a:lvl2pPr indent="-368300" lvl="1" marL="914400" algn="l">
              <a:lnSpc>
                <a:spcPct val="100000"/>
              </a:lnSpc>
              <a:spcBef>
                <a:spcPts val="0"/>
              </a:spcBef>
              <a:spcAft>
                <a:spcPts val="0"/>
              </a:spcAft>
              <a:buSzPts val="2200"/>
              <a:buChar char="×"/>
              <a:defRPr sz="2200"/>
            </a:lvl2pPr>
            <a:lvl3pPr indent="-368300" lvl="2" marL="1371600" algn="l">
              <a:lnSpc>
                <a:spcPct val="100000"/>
              </a:lnSpc>
              <a:spcBef>
                <a:spcPts val="0"/>
              </a:spcBef>
              <a:spcAft>
                <a:spcPts val="0"/>
              </a:spcAft>
              <a:buSzPts val="2200"/>
              <a:buChar char="×"/>
              <a:defRPr sz="2200"/>
            </a:lvl3pPr>
            <a:lvl4pPr indent="-368300" lvl="3" marL="1828800" algn="l">
              <a:lnSpc>
                <a:spcPct val="100000"/>
              </a:lnSpc>
              <a:spcBef>
                <a:spcPts val="0"/>
              </a:spcBef>
              <a:spcAft>
                <a:spcPts val="0"/>
              </a:spcAft>
              <a:buSzPts val="2200"/>
              <a:buChar char="×"/>
              <a:defRPr sz="2200"/>
            </a:lvl4pPr>
            <a:lvl5pPr indent="-368300" lvl="4" marL="2286000" algn="l">
              <a:lnSpc>
                <a:spcPct val="100000"/>
              </a:lnSpc>
              <a:spcBef>
                <a:spcPts val="0"/>
              </a:spcBef>
              <a:spcAft>
                <a:spcPts val="0"/>
              </a:spcAft>
              <a:buSzPts val="2200"/>
              <a:buChar char="×"/>
              <a:defRPr sz="2200"/>
            </a:lvl5pPr>
            <a:lvl6pPr indent="-368300" lvl="5" marL="2743200" algn="l">
              <a:lnSpc>
                <a:spcPct val="100000"/>
              </a:lnSpc>
              <a:spcBef>
                <a:spcPts val="0"/>
              </a:spcBef>
              <a:spcAft>
                <a:spcPts val="0"/>
              </a:spcAft>
              <a:buSzPts val="2200"/>
              <a:buChar char="×"/>
              <a:defRPr sz="2200"/>
            </a:lvl6pPr>
            <a:lvl7pPr indent="-368300" lvl="6" marL="3200400" algn="l">
              <a:lnSpc>
                <a:spcPct val="100000"/>
              </a:lnSpc>
              <a:spcBef>
                <a:spcPts val="0"/>
              </a:spcBef>
              <a:spcAft>
                <a:spcPts val="0"/>
              </a:spcAft>
              <a:buSzPts val="2200"/>
              <a:buChar char="×"/>
              <a:defRPr sz="2200"/>
            </a:lvl7pPr>
            <a:lvl8pPr indent="-368300" lvl="7" marL="3657600" algn="l">
              <a:lnSpc>
                <a:spcPct val="100000"/>
              </a:lnSpc>
              <a:spcBef>
                <a:spcPts val="0"/>
              </a:spcBef>
              <a:spcAft>
                <a:spcPts val="0"/>
              </a:spcAft>
              <a:buSzPts val="2200"/>
              <a:buChar char="×"/>
              <a:defRPr sz="2200"/>
            </a:lvl8pPr>
            <a:lvl9pPr indent="-368300" lvl="8" marL="4114800" algn="l">
              <a:lnSpc>
                <a:spcPct val="100000"/>
              </a:lnSpc>
              <a:spcBef>
                <a:spcPts val="0"/>
              </a:spcBef>
              <a:spcAft>
                <a:spcPts val="0"/>
              </a:spcAft>
              <a:buSzPts val="2200"/>
              <a:buChar char="×"/>
              <a:defRPr sz="2200"/>
            </a:lvl9pPr>
          </a:lstStyle>
          <a:p/>
        </p:txBody>
      </p:sp>
      <p:sp>
        <p:nvSpPr>
          <p:cNvPr id="20" name="Google Shape;20;p3"/>
          <p:cNvSpPr txBox="1"/>
          <p:nvPr>
            <p:ph idx="2" type="body"/>
          </p:nvPr>
        </p:nvSpPr>
        <p:spPr>
          <a:xfrm>
            <a:off x="4674251" y="1550125"/>
            <a:ext cx="3396300" cy="2666100"/>
          </a:xfrm>
          <a:prstGeom prst="rect">
            <a:avLst/>
          </a:prstGeom>
          <a:noFill/>
          <a:ln>
            <a:noFill/>
          </a:ln>
        </p:spPr>
        <p:txBody>
          <a:bodyPr anchorCtr="0" anchor="t" bIns="91425" lIns="91425" spcFirstLastPara="1" rIns="91425" wrap="square" tIns="91425">
            <a:noAutofit/>
          </a:bodyPr>
          <a:lstStyle>
            <a:lvl1pPr indent="-368300" lvl="0" marL="457200" algn="l">
              <a:lnSpc>
                <a:spcPct val="100000"/>
              </a:lnSpc>
              <a:spcBef>
                <a:spcPts val="600"/>
              </a:spcBef>
              <a:spcAft>
                <a:spcPts val="0"/>
              </a:spcAft>
              <a:buSzPts val="2200"/>
              <a:buChar char="×"/>
              <a:defRPr sz="2200"/>
            </a:lvl1pPr>
            <a:lvl2pPr indent="-368300" lvl="1" marL="914400" algn="l">
              <a:lnSpc>
                <a:spcPct val="100000"/>
              </a:lnSpc>
              <a:spcBef>
                <a:spcPts val="0"/>
              </a:spcBef>
              <a:spcAft>
                <a:spcPts val="0"/>
              </a:spcAft>
              <a:buSzPts val="2200"/>
              <a:buChar char="×"/>
              <a:defRPr sz="2200"/>
            </a:lvl2pPr>
            <a:lvl3pPr indent="-368300" lvl="2" marL="1371600" algn="l">
              <a:lnSpc>
                <a:spcPct val="100000"/>
              </a:lnSpc>
              <a:spcBef>
                <a:spcPts val="0"/>
              </a:spcBef>
              <a:spcAft>
                <a:spcPts val="0"/>
              </a:spcAft>
              <a:buSzPts val="2200"/>
              <a:buChar char="×"/>
              <a:defRPr sz="2200"/>
            </a:lvl3pPr>
            <a:lvl4pPr indent="-368300" lvl="3" marL="1828800" algn="l">
              <a:lnSpc>
                <a:spcPct val="100000"/>
              </a:lnSpc>
              <a:spcBef>
                <a:spcPts val="0"/>
              </a:spcBef>
              <a:spcAft>
                <a:spcPts val="0"/>
              </a:spcAft>
              <a:buSzPts val="2200"/>
              <a:buChar char="×"/>
              <a:defRPr sz="2200"/>
            </a:lvl4pPr>
            <a:lvl5pPr indent="-368300" lvl="4" marL="2286000" algn="l">
              <a:lnSpc>
                <a:spcPct val="100000"/>
              </a:lnSpc>
              <a:spcBef>
                <a:spcPts val="0"/>
              </a:spcBef>
              <a:spcAft>
                <a:spcPts val="0"/>
              </a:spcAft>
              <a:buSzPts val="2200"/>
              <a:buChar char="×"/>
              <a:defRPr sz="2200"/>
            </a:lvl5pPr>
            <a:lvl6pPr indent="-368300" lvl="5" marL="2743200" algn="l">
              <a:lnSpc>
                <a:spcPct val="100000"/>
              </a:lnSpc>
              <a:spcBef>
                <a:spcPts val="0"/>
              </a:spcBef>
              <a:spcAft>
                <a:spcPts val="0"/>
              </a:spcAft>
              <a:buSzPts val="2200"/>
              <a:buChar char="×"/>
              <a:defRPr sz="2200"/>
            </a:lvl6pPr>
            <a:lvl7pPr indent="-368300" lvl="6" marL="3200400" algn="l">
              <a:lnSpc>
                <a:spcPct val="100000"/>
              </a:lnSpc>
              <a:spcBef>
                <a:spcPts val="0"/>
              </a:spcBef>
              <a:spcAft>
                <a:spcPts val="0"/>
              </a:spcAft>
              <a:buSzPts val="2200"/>
              <a:buChar char="×"/>
              <a:defRPr sz="2200"/>
            </a:lvl7pPr>
            <a:lvl8pPr indent="-368300" lvl="7" marL="3657600" algn="l">
              <a:lnSpc>
                <a:spcPct val="100000"/>
              </a:lnSpc>
              <a:spcBef>
                <a:spcPts val="0"/>
              </a:spcBef>
              <a:spcAft>
                <a:spcPts val="0"/>
              </a:spcAft>
              <a:buSzPts val="2200"/>
              <a:buChar char="×"/>
              <a:defRPr sz="2200"/>
            </a:lvl8pPr>
            <a:lvl9pPr indent="-368300" lvl="8" marL="4114800" algn="l">
              <a:lnSpc>
                <a:spcPct val="100000"/>
              </a:lnSpc>
              <a:spcBef>
                <a:spcPts val="0"/>
              </a:spcBef>
              <a:spcAft>
                <a:spcPts val="0"/>
              </a:spcAft>
              <a:buSzPts val="2200"/>
              <a:buChar char="×"/>
              <a:defRPr sz="2200"/>
            </a:lvl9pPr>
          </a:lstStyle>
          <a:p/>
        </p:txBody>
      </p:sp>
      <p:sp>
        <p:nvSpPr>
          <p:cNvPr id="21" name="Google Shape;21;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824BB0"/>
        </a:solidFill>
      </p:bgPr>
    </p:bg>
    <p:spTree>
      <p:nvGrpSpPr>
        <p:cNvPr id="22" name="Shape 22"/>
        <p:cNvGrpSpPr/>
        <p:nvPr/>
      </p:nvGrpSpPr>
      <p:grpSpPr>
        <a:xfrm>
          <a:off x="0" y="0"/>
          <a:ext cx="0" cy="0"/>
          <a:chOff x="0" y="0"/>
          <a:chExt cx="0" cy="0"/>
        </a:xfrm>
      </p:grpSpPr>
      <p:pic>
        <p:nvPicPr>
          <p:cNvPr descr="comic-03.png" id="23" name="Google Shape;23;p4"/>
          <p:cNvPicPr preferRelativeResize="0"/>
          <p:nvPr/>
        </p:nvPicPr>
        <p:blipFill rotWithShape="1">
          <a:blip r:embed="rId2">
            <a:alphaModFix amt="10000"/>
          </a:blip>
          <a:srcRect b="0" l="0" r="0" t="0"/>
          <a:stretch/>
        </p:blipFill>
        <p:spPr>
          <a:xfrm>
            <a:off x="0" y="0"/>
            <a:ext cx="9144000" cy="5143500"/>
          </a:xfrm>
          <a:prstGeom prst="rect">
            <a:avLst/>
          </a:prstGeom>
          <a:noFill/>
          <a:ln>
            <a:noFill/>
          </a:ln>
        </p:spPr>
      </p:pic>
      <p:sp>
        <p:nvSpPr>
          <p:cNvPr id="24" name="Google Shape;24;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solidFill>
          <a:schemeClr val="accent4"/>
        </a:solidFill>
      </p:bgPr>
    </p:bg>
    <p:spTree>
      <p:nvGrpSpPr>
        <p:cNvPr id="25" name="Shape 25"/>
        <p:cNvGrpSpPr/>
        <p:nvPr/>
      </p:nvGrpSpPr>
      <p:grpSpPr>
        <a:xfrm>
          <a:off x="0" y="0"/>
          <a:ext cx="0" cy="0"/>
          <a:chOff x="0" y="0"/>
          <a:chExt cx="0" cy="0"/>
        </a:xfrm>
      </p:grpSpPr>
      <p:pic>
        <p:nvPicPr>
          <p:cNvPr descr="comic-04.png" id="26" name="Google Shape;26;p5"/>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27" name="Google Shape;27;p5"/>
          <p:cNvSpPr/>
          <p:nvPr/>
        </p:nvSpPr>
        <p:spPr>
          <a:xfrm flipH="1" rot="169468">
            <a:off x="3608972" y="646196"/>
            <a:ext cx="5247975" cy="3809532"/>
          </a:xfrm>
          <a:prstGeom prst="wedgeEllipseCallout">
            <a:avLst>
              <a:gd fmla="val -42509" name="adj1"/>
              <a:gd fmla="val 62980" name="adj2"/>
            </a:avLst>
          </a:prstGeom>
          <a:solidFill>
            <a:srgbClr val="001936">
              <a:alpha val="2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
          <p:cNvSpPr/>
          <p:nvPr/>
        </p:nvSpPr>
        <p:spPr>
          <a:xfrm flipH="1" rot="169468">
            <a:off x="3380372" y="417596"/>
            <a:ext cx="5247975" cy="3809532"/>
          </a:xfrm>
          <a:prstGeom prst="wedgeEllipseCallout">
            <a:avLst>
              <a:gd fmla="val -42509" name="adj1"/>
              <a:gd fmla="val 62980" name="adj2"/>
            </a:avLst>
          </a:prstGeom>
          <a:solidFill>
            <a:srgbClr val="FFFFFF"/>
          </a:solidFill>
          <a:ln cap="flat" cmpd="sng" w="762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txBox="1"/>
          <p:nvPr>
            <p:ph type="ctrTitle"/>
          </p:nvPr>
        </p:nvSpPr>
        <p:spPr>
          <a:xfrm>
            <a:off x="4101125" y="1659550"/>
            <a:ext cx="37674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0" name="Google Shape;30;p5"/>
          <p:cNvSpPr txBox="1"/>
          <p:nvPr>
            <p:ph idx="1" type="subTitle"/>
          </p:nvPr>
        </p:nvSpPr>
        <p:spPr>
          <a:xfrm>
            <a:off x="4101125" y="2687651"/>
            <a:ext cx="37674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800"/>
              <a:buNone/>
              <a:defRPr sz="1800">
                <a:solidFill>
                  <a:srgbClr val="000000"/>
                </a:solidFill>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a:solidFill>
                  <a:srgbClr val="000000"/>
                </a:solidFill>
              </a:defRPr>
            </a:lvl4pPr>
            <a:lvl5pPr lvl="4" algn="ctr">
              <a:lnSpc>
                <a:spcPct val="100000"/>
              </a:lnSpc>
              <a:spcBef>
                <a:spcPts val="0"/>
              </a:spcBef>
              <a:spcAft>
                <a:spcPts val="0"/>
              </a:spcAft>
              <a:buClr>
                <a:srgbClr val="000000"/>
              </a:buClr>
              <a:buSzPts val="1800"/>
              <a:buNone/>
              <a:defRPr>
                <a:solidFill>
                  <a:srgbClr val="000000"/>
                </a:solidFill>
              </a:defRPr>
            </a:lvl5pPr>
            <a:lvl6pPr lvl="5" algn="ctr">
              <a:lnSpc>
                <a:spcPct val="100000"/>
              </a:lnSpc>
              <a:spcBef>
                <a:spcPts val="0"/>
              </a:spcBef>
              <a:spcAft>
                <a:spcPts val="0"/>
              </a:spcAft>
              <a:buClr>
                <a:srgbClr val="000000"/>
              </a:buClr>
              <a:buSzPts val="1800"/>
              <a:buNone/>
              <a:defRPr>
                <a:solidFill>
                  <a:srgbClr val="000000"/>
                </a:solidFill>
              </a:defRPr>
            </a:lvl6pPr>
            <a:lvl7pPr lvl="6" algn="ctr">
              <a:lnSpc>
                <a:spcPct val="100000"/>
              </a:lnSpc>
              <a:spcBef>
                <a:spcPts val="0"/>
              </a:spcBef>
              <a:spcAft>
                <a:spcPts val="0"/>
              </a:spcAft>
              <a:buClr>
                <a:srgbClr val="000000"/>
              </a:buClr>
              <a:buSzPts val="1800"/>
              <a:buNone/>
              <a:defRPr>
                <a:solidFill>
                  <a:srgbClr val="000000"/>
                </a:solidFill>
              </a:defRPr>
            </a:lvl7pPr>
            <a:lvl8pPr lvl="7" algn="ctr">
              <a:lnSpc>
                <a:spcPct val="100000"/>
              </a:lnSpc>
              <a:spcBef>
                <a:spcPts val="0"/>
              </a:spcBef>
              <a:spcAft>
                <a:spcPts val="0"/>
              </a:spcAft>
              <a:buClr>
                <a:srgbClr val="000000"/>
              </a:buClr>
              <a:buSzPts val="1800"/>
              <a:buNone/>
              <a:defRPr>
                <a:solidFill>
                  <a:srgbClr val="000000"/>
                </a:solidFill>
              </a:defRPr>
            </a:lvl8pPr>
            <a:lvl9pPr lvl="8" algn="ctr">
              <a:lnSpc>
                <a:spcPct val="100000"/>
              </a:lnSpc>
              <a:spcBef>
                <a:spcPts val="0"/>
              </a:spcBef>
              <a:spcAft>
                <a:spcPts val="0"/>
              </a:spcAft>
              <a:buClr>
                <a:srgbClr val="000000"/>
              </a:buClr>
              <a:buSzPts val="1800"/>
              <a:buNone/>
              <a:defRPr>
                <a:solidFill>
                  <a:srgbClr val="000000"/>
                </a:solidFill>
              </a:defRPr>
            </a:lvl9pPr>
          </a:lstStyle>
          <a:p/>
        </p:txBody>
      </p:sp>
      <p:sp>
        <p:nvSpPr>
          <p:cNvPr id="31" name="Google Shape;31;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chemeClr val="accent2"/>
        </a:solidFill>
      </p:bgPr>
    </p:bg>
    <p:spTree>
      <p:nvGrpSpPr>
        <p:cNvPr id="32" name="Shape 32"/>
        <p:cNvGrpSpPr/>
        <p:nvPr/>
      </p:nvGrpSpPr>
      <p:grpSpPr>
        <a:xfrm>
          <a:off x="0" y="0"/>
          <a:ext cx="0" cy="0"/>
          <a:chOff x="0" y="0"/>
          <a:chExt cx="0" cy="0"/>
        </a:xfrm>
      </p:grpSpPr>
      <p:pic>
        <p:nvPicPr>
          <p:cNvPr descr="comic-02.png" id="33" name="Google Shape;33;p6"/>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34" name="Google Shape;34;p6"/>
          <p:cNvSpPr/>
          <p:nvPr/>
        </p:nvSpPr>
        <p:spPr>
          <a:xfrm>
            <a:off x="1992350" y="37775"/>
            <a:ext cx="5616577" cy="5220440"/>
          </a:xfrm>
          <a:custGeom>
            <a:rect b="b" l="l" r="r" t="t"/>
            <a:pathLst>
              <a:path extrusionOk="0" h="106692" w="114788">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001936">
              <a:alpha val="21568"/>
            </a:srgbClr>
          </a:solidFill>
          <a:ln>
            <a:noFill/>
          </a:ln>
        </p:spPr>
      </p:sp>
      <p:sp>
        <p:nvSpPr>
          <p:cNvPr id="35" name="Google Shape;35;p6"/>
          <p:cNvSpPr/>
          <p:nvPr/>
        </p:nvSpPr>
        <p:spPr>
          <a:xfrm>
            <a:off x="1763750" y="-114625"/>
            <a:ext cx="5616577" cy="5220440"/>
          </a:xfrm>
          <a:custGeom>
            <a:rect b="b" l="l" r="r" t="t"/>
            <a:pathLst>
              <a:path extrusionOk="0" h="106692" w="114788">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FFFFFF"/>
          </a:solidFill>
          <a:ln cap="flat" cmpd="sng" w="76200">
            <a:solidFill>
              <a:srgbClr val="000000"/>
            </a:solidFill>
            <a:prstDash val="solid"/>
            <a:miter lim="8000"/>
            <a:headEnd len="sm" w="sm" type="none"/>
            <a:tailEnd len="sm" w="sm" type="none"/>
          </a:ln>
        </p:spPr>
      </p:sp>
      <p:sp>
        <p:nvSpPr>
          <p:cNvPr id="36" name="Google Shape;36;p6"/>
          <p:cNvSpPr txBox="1"/>
          <p:nvPr>
            <p:ph idx="1" type="body"/>
          </p:nvPr>
        </p:nvSpPr>
        <p:spPr>
          <a:xfrm>
            <a:off x="2905800" y="2161800"/>
            <a:ext cx="3332400" cy="819900"/>
          </a:xfrm>
          <a:prstGeom prst="rect">
            <a:avLst/>
          </a:prstGeom>
          <a:noFill/>
          <a:ln>
            <a:noFill/>
          </a:ln>
        </p:spPr>
        <p:txBody>
          <a:bodyPr anchorCtr="0" anchor="ctr" bIns="91425" lIns="91425" spcFirstLastPara="1" rIns="91425" wrap="square" tIns="91425">
            <a:noAutofit/>
          </a:bodyPr>
          <a:lstStyle>
            <a:lvl1pPr indent="-381000" lvl="0" marL="457200" algn="ctr">
              <a:lnSpc>
                <a:spcPct val="100000"/>
              </a:lnSpc>
              <a:spcBef>
                <a:spcPts val="600"/>
              </a:spcBef>
              <a:spcAft>
                <a:spcPts val="0"/>
              </a:spcAft>
              <a:buClr>
                <a:srgbClr val="000000"/>
              </a:buClr>
              <a:buSzPts val="2400"/>
              <a:buFont typeface="Bangers"/>
              <a:buChar char="×"/>
              <a:defRPr sz="2400">
                <a:solidFill>
                  <a:srgbClr val="000000"/>
                </a:solidFill>
                <a:latin typeface="Bangers"/>
                <a:ea typeface="Bangers"/>
                <a:cs typeface="Bangers"/>
                <a:sym typeface="Bangers"/>
              </a:defRPr>
            </a:lvl1pPr>
            <a:lvl2pPr indent="-381000" lvl="1" marL="914400" algn="ctr">
              <a:lnSpc>
                <a:spcPct val="100000"/>
              </a:lnSpc>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2pPr>
            <a:lvl3pPr indent="-381000" lvl="2" marL="1371600" algn="ctr">
              <a:lnSpc>
                <a:spcPct val="100000"/>
              </a:lnSpc>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3pPr>
            <a:lvl4pPr indent="-381000" lvl="3" marL="1828800" algn="ctr">
              <a:lnSpc>
                <a:spcPct val="100000"/>
              </a:lnSpc>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4pPr>
            <a:lvl5pPr indent="-381000" lvl="4" marL="2286000" algn="ctr">
              <a:lnSpc>
                <a:spcPct val="100000"/>
              </a:lnSpc>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5pPr>
            <a:lvl6pPr indent="-381000" lvl="5" marL="2743200" algn="ctr">
              <a:lnSpc>
                <a:spcPct val="100000"/>
              </a:lnSpc>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6pPr>
            <a:lvl7pPr indent="-381000" lvl="6" marL="3200400" algn="ctr">
              <a:lnSpc>
                <a:spcPct val="100000"/>
              </a:lnSpc>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7pPr>
            <a:lvl8pPr indent="-381000" lvl="7" marL="3657600" algn="ctr">
              <a:lnSpc>
                <a:spcPct val="100000"/>
              </a:lnSpc>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8pPr>
            <a:lvl9pPr indent="-381000" lvl="8" marL="4114800" algn="ctr">
              <a:lnSpc>
                <a:spcPct val="100000"/>
              </a:lnSpc>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9pPr>
          </a:lstStyle>
          <a:p/>
        </p:txBody>
      </p:sp>
      <p:sp>
        <p:nvSpPr>
          <p:cNvPr id="37" name="Google Shape;37;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chemeClr val="accent3"/>
        </a:solidFill>
      </p:bgPr>
    </p:bg>
    <p:spTree>
      <p:nvGrpSpPr>
        <p:cNvPr id="38" name="Shape 38"/>
        <p:cNvGrpSpPr/>
        <p:nvPr/>
      </p:nvGrpSpPr>
      <p:grpSpPr>
        <a:xfrm>
          <a:off x="0" y="0"/>
          <a:ext cx="0" cy="0"/>
          <a:chOff x="0" y="0"/>
          <a:chExt cx="0" cy="0"/>
        </a:xfrm>
      </p:grpSpPr>
      <p:pic>
        <p:nvPicPr>
          <p:cNvPr descr="comic-01.png" id="39" name="Google Shape;39;p7"/>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40" name="Google Shape;40;p7"/>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568"/>
            </a:srgbClr>
          </a:solidFill>
          <a:ln>
            <a:noFill/>
          </a:ln>
        </p:spPr>
      </p:sp>
      <p:sp>
        <p:nvSpPr>
          <p:cNvPr id="41" name="Google Shape;41;p7"/>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sm" w="sm" type="none"/>
            <a:tailEnd len="sm" w="sm" type="none"/>
          </a:ln>
        </p:spPr>
      </p:sp>
      <p:sp>
        <p:nvSpPr>
          <p:cNvPr id="42" name="Google Shape;42;p7"/>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3" name="Google Shape;43;p7"/>
          <p:cNvSpPr txBox="1"/>
          <p:nvPr>
            <p:ph idx="1" type="body"/>
          </p:nvPr>
        </p:nvSpPr>
        <p:spPr>
          <a:xfrm>
            <a:off x="1052050" y="1545942"/>
            <a:ext cx="7710900" cy="3303600"/>
          </a:xfrm>
          <a:prstGeom prst="rect">
            <a:avLst/>
          </a:prstGeom>
          <a:noFill/>
          <a:ln>
            <a:noFill/>
          </a:ln>
        </p:spPr>
        <p:txBody>
          <a:bodyPr anchorCtr="0" anchor="t" bIns="91425" lIns="91425" spcFirstLastPara="1" rIns="91425" wrap="square" tIns="91425">
            <a:noAutofit/>
          </a:bodyPr>
          <a:lstStyle>
            <a:lvl1pPr indent="-419100" lvl="0" marL="457200" algn="l">
              <a:lnSpc>
                <a:spcPct val="100000"/>
              </a:lnSpc>
              <a:spcBef>
                <a:spcPts val="600"/>
              </a:spcBef>
              <a:spcAft>
                <a:spcPts val="0"/>
              </a:spcAft>
              <a:buSzPts val="30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44" name="Google Shape;44;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solidFill>
          <a:schemeClr val="accent5"/>
        </a:solidFill>
      </p:bgPr>
    </p:bg>
    <p:spTree>
      <p:nvGrpSpPr>
        <p:cNvPr id="45" name="Shape 45"/>
        <p:cNvGrpSpPr/>
        <p:nvPr/>
      </p:nvGrpSpPr>
      <p:grpSpPr>
        <a:xfrm>
          <a:off x="0" y="0"/>
          <a:ext cx="0" cy="0"/>
          <a:chOff x="0" y="0"/>
          <a:chExt cx="0" cy="0"/>
        </a:xfrm>
      </p:grpSpPr>
      <p:pic>
        <p:nvPicPr>
          <p:cNvPr descr="comic-01.png" id="46" name="Google Shape;46;p8"/>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47" name="Google Shape;47;p8"/>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568"/>
            </a:srgbClr>
          </a:solidFill>
          <a:ln>
            <a:noFill/>
          </a:ln>
        </p:spPr>
      </p:sp>
      <p:sp>
        <p:nvSpPr>
          <p:cNvPr id="48" name="Google Shape;48;p8"/>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sm" w="sm" type="none"/>
            <a:tailEnd len="sm" w="sm" type="none"/>
          </a:ln>
        </p:spPr>
      </p:sp>
      <p:sp>
        <p:nvSpPr>
          <p:cNvPr id="49" name="Google Shape;49;p8"/>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0" name="Google Shape;50;p8"/>
          <p:cNvSpPr txBox="1"/>
          <p:nvPr>
            <p:ph idx="1" type="body"/>
          </p:nvPr>
        </p:nvSpPr>
        <p:spPr>
          <a:xfrm>
            <a:off x="902950" y="1556175"/>
            <a:ext cx="2295300" cy="2822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51" name="Google Shape;51;p8"/>
          <p:cNvSpPr txBox="1"/>
          <p:nvPr>
            <p:ph idx="2" type="body"/>
          </p:nvPr>
        </p:nvSpPr>
        <p:spPr>
          <a:xfrm>
            <a:off x="3315993" y="1556175"/>
            <a:ext cx="2295300" cy="2822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52" name="Google Shape;52;p8"/>
          <p:cNvSpPr txBox="1"/>
          <p:nvPr>
            <p:ph idx="3" type="body"/>
          </p:nvPr>
        </p:nvSpPr>
        <p:spPr>
          <a:xfrm>
            <a:off x="5729035" y="1556175"/>
            <a:ext cx="2295300" cy="2822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53" name="Google Shape;53;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accent6"/>
        </a:solidFill>
      </p:bgPr>
    </p:bg>
    <p:spTree>
      <p:nvGrpSpPr>
        <p:cNvPr id="54" name="Shape 54"/>
        <p:cNvGrpSpPr/>
        <p:nvPr/>
      </p:nvGrpSpPr>
      <p:grpSpPr>
        <a:xfrm>
          <a:off x="0" y="0"/>
          <a:ext cx="0" cy="0"/>
          <a:chOff x="0" y="0"/>
          <a:chExt cx="0" cy="0"/>
        </a:xfrm>
      </p:grpSpPr>
      <p:pic>
        <p:nvPicPr>
          <p:cNvPr descr="comic-01.png" id="55" name="Google Shape;55;p9"/>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56" name="Google Shape;56;p9"/>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568"/>
            </a:srgbClr>
          </a:solidFill>
          <a:ln>
            <a:noFill/>
          </a:ln>
        </p:spPr>
      </p:sp>
      <p:sp>
        <p:nvSpPr>
          <p:cNvPr id="57" name="Google Shape;57;p9"/>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sm" w="sm" type="none"/>
            <a:tailEnd len="sm" w="sm" type="none"/>
          </a:ln>
        </p:spPr>
      </p:sp>
      <p:sp>
        <p:nvSpPr>
          <p:cNvPr id="58" name="Google Shape;58;p9"/>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9" name="Google Shape;59;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60" name="Shape 60"/>
        <p:cNvGrpSpPr/>
        <p:nvPr/>
      </p:nvGrpSpPr>
      <p:grpSpPr>
        <a:xfrm>
          <a:off x="0" y="0"/>
          <a:ext cx="0" cy="0"/>
          <a:chOff x="0" y="0"/>
          <a:chExt cx="0" cy="0"/>
        </a:xfrm>
      </p:grpSpPr>
      <p:pic>
        <p:nvPicPr>
          <p:cNvPr descr="comic-01.png" id="61" name="Google Shape;61;p10"/>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sp>
        <p:nvSpPr>
          <p:cNvPr id="62" name="Google Shape;62;p10"/>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568"/>
            </a:srgbClr>
          </a:solidFill>
          <a:ln>
            <a:noFill/>
          </a:ln>
        </p:spPr>
      </p:sp>
      <p:sp>
        <p:nvSpPr>
          <p:cNvPr id="63" name="Google Shape;63;p10"/>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sm" w="sm" type="none"/>
            <a:tailEnd len="sm" w="sm" type="none"/>
          </a:ln>
        </p:spPr>
      </p:sp>
      <p:sp>
        <p:nvSpPr>
          <p:cNvPr id="64" name="Google Shape;64;p10"/>
          <p:cNvSpPr txBox="1"/>
          <p:nvPr>
            <p:ph idx="1" type="body"/>
          </p:nvPr>
        </p:nvSpPr>
        <p:spPr>
          <a:xfrm rot="-120953">
            <a:off x="457216" y="4025232"/>
            <a:ext cx="8229893" cy="519622"/>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400"/>
              <a:buNone/>
              <a:defRPr sz="1400"/>
            </a:lvl1pPr>
          </a:lstStyle>
          <a:p/>
        </p:txBody>
      </p:sp>
      <p:sp>
        <p:nvSpPr>
          <p:cNvPr id="65" name="Google Shape;65;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00A7EB"/>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1pPr>
            <a:lvl2pPr lvl="1"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2pPr>
            <a:lvl3pPr lvl="2"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3pPr>
            <a:lvl4pPr lvl="3"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4pPr>
            <a:lvl5pPr lvl="4"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5pPr>
            <a:lvl6pPr lvl="5"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6pPr>
            <a:lvl7pPr lvl="6"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7pPr>
            <a:lvl8pPr lvl="7"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8pPr>
            <a:lvl9pPr lvl="8" marR="0" rtl="0" algn="l">
              <a:lnSpc>
                <a:spcPct val="100000"/>
              </a:lnSpc>
              <a:spcBef>
                <a:spcPts val="0"/>
              </a:spcBef>
              <a:spcAft>
                <a:spcPts val="0"/>
              </a:spcAft>
              <a:buClr>
                <a:schemeClr val="dk1"/>
              </a:buClr>
              <a:buSzPts val="3000"/>
              <a:buFont typeface="Bangers"/>
              <a:buNone/>
              <a:defRPr b="0" i="0" sz="3000" u="none" cap="none" strike="noStrike">
                <a:solidFill>
                  <a:schemeClr val="dk1"/>
                </a:solidFill>
                <a:latin typeface="Bangers"/>
                <a:ea typeface="Bangers"/>
                <a:cs typeface="Bangers"/>
                <a:sym typeface="Bangers"/>
              </a:defRPr>
            </a:lvl9pPr>
          </a:lstStyle>
          <a:p/>
        </p:txBody>
      </p:sp>
      <p:sp>
        <p:nvSpPr>
          <p:cNvPr id="7" name="Google Shape;7;p1"/>
          <p:cNvSpPr txBox="1"/>
          <p:nvPr>
            <p:ph idx="1" type="body"/>
          </p:nvPr>
        </p:nvSpPr>
        <p:spPr>
          <a:xfrm>
            <a:off x="1052050" y="1545942"/>
            <a:ext cx="7710900" cy="33036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chemeClr val="dk1"/>
              </a:buClr>
              <a:buSzPts val="3000"/>
              <a:buFont typeface="Sniglet"/>
              <a:buChar char="×"/>
              <a:defRPr b="0" i="0" sz="3000" u="none" cap="none" strike="noStrike">
                <a:solidFill>
                  <a:schemeClr val="dk1"/>
                </a:solidFill>
                <a:latin typeface="Sniglet"/>
                <a:ea typeface="Sniglet"/>
                <a:cs typeface="Sniglet"/>
                <a:sym typeface="Sniglet"/>
              </a:defRPr>
            </a:lvl1pPr>
            <a:lvl2pPr indent="-381000" lvl="1" marL="914400" marR="0" rtl="0" algn="l">
              <a:lnSpc>
                <a:spcPct val="100000"/>
              </a:lnSpc>
              <a:spcBef>
                <a:spcPts val="0"/>
              </a:spcBef>
              <a:spcAft>
                <a:spcPts val="0"/>
              </a:spcAft>
              <a:buClr>
                <a:schemeClr val="dk1"/>
              </a:buClr>
              <a:buSzPts val="2400"/>
              <a:buFont typeface="Sniglet"/>
              <a:buChar char="×"/>
              <a:defRPr b="0" i="0" sz="2400" u="none" cap="none" strike="noStrike">
                <a:solidFill>
                  <a:schemeClr val="dk1"/>
                </a:solidFill>
                <a:latin typeface="Sniglet"/>
                <a:ea typeface="Sniglet"/>
                <a:cs typeface="Sniglet"/>
                <a:sym typeface="Sniglet"/>
              </a:defRPr>
            </a:lvl2pPr>
            <a:lvl3pPr indent="-381000" lvl="2" marL="1371600" marR="0" rtl="0" algn="l">
              <a:lnSpc>
                <a:spcPct val="100000"/>
              </a:lnSpc>
              <a:spcBef>
                <a:spcPts val="0"/>
              </a:spcBef>
              <a:spcAft>
                <a:spcPts val="0"/>
              </a:spcAft>
              <a:buClr>
                <a:schemeClr val="dk1"/>
              </a:buClr>
              <a:buSzPts val="2400"/>
              <a:buFont typeface="Sniglet"/>
              <a:buChar char="×"/>
              <a:defRPr b="0" i="0" sz="2400" u="none" cap="none" strike="noStrike">
                <a:solidFill>
                  <a:schemeClr val="dk1"/>
                </a:solidFill>
                <a:latin typeface="Sniglet"/>
                <a:ea typeface="Sniglet"/>
                <a:cs typeface="Sniglet"/>
                <a:sym typeface="Sniglet"/>
              </a:defRPr>
            </a:lvl3pPr>
            <a:lvl4pPr indent="-342900" lvl="3" marL="1828800" marR="0" rtl="0" algn="l">
              <a:lnSpc>
                <a:spcPct val="100000"/>
              </a:lnSpc>
              <a:spcBef>
                <a:spcPts val="0"/>
              </a:spcBef>
              <a:spcAft>
                <a:spcPts val="0"/>
              </a:spcAft>
              <a:buClr>
                <a:schemeClr val="dk1"/>
              </a:buClr>
              <a:buSzPts val="1800"/>
              <a:buFont typeface="Sniglet"/>
              <a:buChar char="×"/>
              <a:defRPr b="0" i="0" sz="1800" u="none" cap="none" strike="noStrike">
                <a:solidFill>
                  <a:schemeClr val="dk1"/>
                </a:solidFill>
                <a:latin typeface="Sniglet"/>
                <a:ea typeface="Sniglet"/>
                <a:cs typeface="Sniglet"/>
                <a:sym typeface="Sniglet"/>
              </a:defRPr>
            </a:lvl4pPr>
            <a:lvl5pPr indent="-342900" lvl="4" marL="2286000" marR="0" rtl="0" algn="l">
              <a:lnSpc>
                <a:spcPct val="100000"/>
              </a:lnSpc>
              <a:spcBef>
                <a:spcPts val="0"/>
              </a:spcBef>
              <a:spcAft>
                <a:spcPts val="0"/>
              </a:spcAft>
              <a:buClr>
                <a:schemeClr val="dk1"/>
              </a:buClr>
              <a:buSzPts val="1800"/>
              <a:buFont typeface="Sniglet"/>
              <a:buChar char="×"/>
              <a:defRPr b="0" i="0" sz="1800" u="none" cap="none" strike="noStrike">
                <a:solidFill>
                  <a:schemeClr val="dk1"/>
                </a:solidFill>
                <a:latin typeface="Sniglet"/>
                <a:ea typeface="Sniglet"/>
                <a:cs typeface="Sniglet"/>
                <a:sym typeface="Sniglet"/>
              </a:defRPr>
            </a:lvl5pPr>
            <a:lvl6pPr indent="-342900" lvl="5" marL="2743200" marR="0" rtl="0" algn="l">
              <a:lnSpc>
                <a:spcPct val="100000"/>
              </a:lnSpc>
              <a:spcBef>
                <a:spcPts val="0"/>
              </a:spcBef>
              <a:spcAft>
                <a:spcPts val="0"/>
              </a:spcAft>
              <a:buClr>
                <a:schemeClr val="dk1"/>
              </a:buClr>
              <a:buSzPts val="1800"/>
              <a:buFont typeface="Sniglet"/>
              <a:buChar char="×"/>
              <a:defRPr b="0" i="0" sz="1800" u="none" cap="none" strike="noStrike">
                <a:solidFill>
                  <a:schemeClr val="dk1"/>
                </a:solidFill>
                <a:latin typeface="Sniglet"/>
                <a:ea typeface="Sniglet"/>
                <a:cs typeface="Sniglet"/>
                <a:sym typeface="Sniglet"/>
              </a:defRPr>
            </a:lvl6pPr>
            <a:lvl7pPr indent="-342900" lvl="6" marL="3200400" marR="0" rtl="0" algn="l">
              <a:lnSpc>
                <a:spcPct val="100000"/>
              </a:lnSpc>
              <a:spcBef>
                <a:spcPts val="0"/>
              </a:spcBef>
              <a:spcAft>
                <a:spcPts val="0"/>
              </a:spcAft>
              <a:buClr>
                <a:schemeClr val="dk1"/>
              </a:buClr>
              <a:buSzPts val="1800"/>
              <a:buFont typeface="Sniglet"/>
              <a:buChar char="×"/>
              <a:defRPr b="0" i="0" sz="1800" u="none" cap="none" strike="noStrike">
                <a:solidFill>
                  <a:schemeClr val="dk1"/>
                </a:solidFill>
                <a:latin typeface="Sniglet"/>
                <a:ea typeface="Sniglet"/>
                <a:cs typeface="Sniglet"/>
                <a:sym typeface="Sniglet"/>
              </a:defRPr>
            </a:lvl7pPr>
            <a:lvl8pPr indent="-342900" lvl="7" marL="3657600" marR="0" rtl="0" algn="l">
              <a:lnSpc>
                <a:spcPct val="100000"/>
              </a:lnSpc>
              <a:spcBef>
                <a:spcPts val="0"/>
              </a:spcBef>
              <a:spcAft>
                <a:spcPts val="0"/>
              </a:spcAft>
              <a:buClr>
                <a:schemeClr val="dk1"/>
              </a:buClr>
              <a:buSzPts val="1800"/>
              <a:buFont typeface="Sniglet"/>
              <a:buChar char="×"/>
              <a:defRPr b="0" i="0" sz="1800" u="none" cap="none" strike="noStrike">
                <a:solidFill>
                  <a:schemeClr val="dk1"/>
                </a:solidFill>
                <a:latin typeface="Sniglet"/>
                <a:ea typeface="Sniglet"/>
                <a:cs typeface="Sniglet"/>
                <a:sym typeface="Sniglet"/>
              </a:defRPr>
            </a:lvl8pPr>
            <a:lvl9pPr indent="-342900" lvl="8" marL="4114800" marR="0" rtl="0" algn="l">
              <a:lnSpc>
                <a:spcPct val="100000"/>
              </a:lnSpc>
              <a:spcBef>
                <a:spcPts val="0"/>
              </a:spcBef>
              <a:spcAft>
                <a:spcPts val="0"/>
              </a:spcAft>
              <a:buClr>
                <a:schemeClr val="dk1"/>
              </a:buClr>
              <a:buSzPts val="1800"/>
              <a:buFont typeface="Sniglet"/>
              <a:buChar char="×"/>
              <a:defRPr b="0" i="0" sz="1800" u="none" cap="none" strike="noStrike">
                <a:solidFill>
                  <a:schemeClr val="dk1"/>
                </a:solidFill>
                <a:latin typeface="Sniglet"/>
                <a:ea typeface="Sniglet"/>
                <a:cs typeface="Sniglet"/>
                <a:sym typeface="Snigle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C4CA"/>
        </a:solidFill>
      </p:bgPr>
    </p:bg>
    <p:spTree>
      <p:nvGrpSpPr>
        <p:cNvPr id="69" name="Shape 69"/>
        <p:cNvGrpSpPr/>
        <p:nvPr/>
      </p:nvGrpSpPr>
      <p:grpSpPr>
        <a:xfrm>
          <a:off x="0" y="0"/>
          <a:ext cx="0" cy="0"/>
          <a:chOff x="0" y="0"/>
          <a:chExt cx="0" cy="0"/>
        </a:xfrm>
      </p:grpSpPr>
      <p:sp>
        <p:nvSpPr>
          <p:cNvPr id="70" name="Google Shape;70;p11"/>
          <p:cNvSpPr txBox="1"/>
          <p:nvPr>
            <p:ph type="ctrTitle"/>
          </p:nvPr>
        </p:nvSpPr>
        <p:spPr>
          <a:xfrm>
            <a:off x="2572125" y="2068625"/>
            <a:ext cx="4606800" cy="1159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400"/>
              <a:buNone/>
            </a:pPr>
            <a:r>
              <a:rPr lang="en"/>
              <a:t>Structured Programming </a:t>
            </a:r>
            <a:endParaRPr/>
          </a:p>
          <a:p>
            <a:pPr indent="0" lvl="0" marL="0" rtl="0" algn="l">
              <a:lnSpc>
                <a:spcPct val="100000"/>
              </a:lnSpc>
              <a:spcBef>
                <a:spcPts val="0"/>
              </a:spcBef>
              <a:spcAft>
                <a:spcPts val="0"/>
              </a:spcAft>
              <a:buSzPts val="6400"/>
              <a:buNone/>
            </a:pPr>
            <a:r>
              <a:rPr lang="en"/>
              <a:t>Techniques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74" name="Shape 74"/>
        <p:cNvGrpSpPr/>
        <p:nvPr/>
      </p:nvGrpSpPr>
      <p:grpSpPr>
        <a:xfrm>
          <a:off x="0" y="0"/>
          <a:ext cx="0" cy="0"/>
          <a:chOff x="0" y="0"/>
          <a:chExt cx="0" cy="0"/>
        </a:xfrm>
      </p:grpSpPr>
      <p:sp>
        <p:nvSpPr>
          <p:cNvPr id="75" name="Google Shape;75;p12"/>
          <p:cNvSpPr txBox="1"/>
          <p:nvPr>
            <p:ph type="ctrTitle"/>
          </p:nvPr>
        </p:nvSpPr>
        <p:spPr>
          <a:xfrm>
            <a:off x="3234400" y="1769975"/>
            <a:ext cx="4571100" cy="11598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3600"/>
              <a:buNone/>
            </a:pPr>
            <a:r>
              <a:rPr lang="en" sz="5400"/>
              <a:t>i</a:t>
            </a:r>
            <a:r>
              <a:rPr lang="en" sz="5200"/>
              <a:t>ntroduction</a:t>
            </a:r>
            <a:endParaRPr sz="4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00FF"/>
        </a:solidFill>
      </p:bgPr>
    </p:bg>
    <p:spTree>
      <p:nvGrpSpPr>
        <p:cNvPr id="79" name="Shape 79"/>
        <p:cNvGrpSpPr/>
        <p:nvPr/>
      </p:nvGrpSpPr>
      <p:grpSpPr>
        <a:xfrm>
          <a:off x="0" y="0"/>
          <a:ext cx="0" cy="0"/>
          <a:chOff x="0" y="0"/>
          <a:chExt cx="0" cy="0"/>
        </a:xfrm>
      </p:grpSpPr>
      <p:sp>
        <p:nvSpPr>
          <p:cNvPr id="80" name="Google Shape;80;p13"/>
          <p:cNvSpPr txBox="1"/>
          <p:nvPr>
            <p:ph idx="1" type="body"/>
          </p:nvPr>
        </p:nvSpPr>
        <p:spPr>
          <a:xfrm>
            <a:off x="1087950" y="1025300"/>
            <a:ext cx="6968100" cy="330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Clr>
                <a:schemeClr val="dk1"/>
              </a:buClr>
              <a:buSzPts val="1100"/>
              <a:buFont typeface="Arial"/>
              <a:buNone/>
            </a:pPr>
            <a:r>
              <a:rPr lang="en" sz="2700"/>
              <a:t>Structured programming is a programming paradigm aimed at improving the clarity, quality, and development time of a computer program by making extensive use of the structured control flow constructs of selection (if/then/else) and repetition (while and for), block structures, and subroutines.</a:t>
            </a:r>
            <a:endParaRPr sz="2700"/>
          </a:p>
          <a:p>
            <a:pPr indent="0" lvl="0" marL="0" rtl="0" algn="l">
              <a:lnSpc>
                <a:spcPct val="100000"/>
              </a:lnSpc>
              <a:spcBef>
                <a:spcPts val="600"/>
              </a:spcBef>
              <a:spcAft>
                <a:spcPts val="0"/>
              </a:spcAft>
              <a:buSzPts val="3000"/>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84" name="Shape 84"/>
        <p:cNvGrpSpPr/>
        <p:nvPr/>
      </p:nvGrpSpPr>
      <p:grpSpPr>
        <a:xfrm>
          <a:off x="0" y="0"/>
          <a:ext cx="0" cy="0"/>
          <a:chOff x="0" y="0"/>
          <a:chExt cx="0" cy="0"/>
        </a:xfrm>
      </p:grpSpPr>
      <p:sp>
        <p:nvSpPr>
          <p:cNvPr id="85" name="Google Shape;85;p14"/>
          <p:cNvSpPr txBox="1"/>
          <p:nvPr>
            <p:ph type="ctrTitle"/>
          </p:nvPr>
        </p:nvSpPr>
        <p:spPr>
          <a:xfrm>
            <a:off x="1987975" y="1918950"/>
            <a:ext cx="5459100" cy="1305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5000"/>
              <a:t>Structured Programming</a:t>
            </a:r>
            <a:endParaRPr sz="5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txBox="1"/>
          <p:nvPr/>
        </p:nvSpPr>
        <p:spPr>
          <a:xfrm>
            <a:off x="0" y="0"/>
            <a:ext cx="9144000" cy="5202600"/>
          </a:xfrm>
          <a:prstGeom prst="rect">
            <a:avLst/>
          </a:prstGeom>
          <a:noFill/>
          <a:ln>
            <a:noFill/>
          </a:ln>
        </p:spPr>
        <p:txBody>
          <a:bodyPr anchorCtr="0" anchor="t" bIns="91425" lIns="91425" spcFirstLastPara="1" rIns="91425" wrap="square" tIns="91425">
            <a:spAutoFit/>
          </a:bodyPr>
          <a:lstStyle/>
          <a:p>
            <a:pPr indent="-393700" lvl="0" marL="457200" rtl="0" algn="l">
              <a:spcBef>
                <a:spcPts val="0"/>
              </a:spcBef>
              <a:spcAft>
                <a:spcPts val="0"/>
              </a:spcAft>
              <a:buClr>
                <a:schemeClr val="dk1"/>
              </a:buClr>
              <a:buSzPts val="2600"/>
              <a:buFont typeface="Bangers"/>
              <a:buAutoNum type="arabicPeriod"/>
            </a:pPr>
            <a:r>
              <a:rPr lang="en" sz="2500">
                <a:solidFill>
                  <a:schemeClr val="dk1"/>
                </a:solidFill>
                <a:latin typeface="Bangers"/>
                <a:ea typeface="Bangers"/>
                <a:cs typeface="Bangers"/>
                <a:sym typeface="Bangers"/>
              </a:rPr>
              <a:t>In structured programming, we sub-divide the whole program into small modules so that the program becomes easy to understand. </a:t>
            </a:r>
            <a:endParaRPr sz="2500">
              <a:solidFill>
                <a:schemeClr val="dk1"/>
              </a:solidFill>
              <a:latin typeface="Bangers"/>
              <a:ea typeface="Bangers"/>
              <a:cs typeface="Bangers"/>
              <a:sym typeface="Bangers"/>
            </a:endParaRPr>
          </a:p>
          <a:p>
            <a:pPr indent="0" lvl="0" marL="457200" rtl="0" algn="l">
              <a:spcBef>
                <a:spcPts val="0"/>
              </a:spcBef>
              <a:spcAft>
                <a:spcPts val="0"/>
              </a:spcAft>
              <a:buNone/>
            </a:pPr>
            <a:r>
              <a:t/>
            </a:r>
            <a:endParaRPr sz="2500">
              <a:solidFill>
                <a:schemeClr val="dk1"/>
              </a:solidFill>
              <a:latin typeface="Bangers"/>
              <a:ea typeface="Bangers"/>
              <a:cs typeface="Bangers"/>
              <a:sym typeface="Bangers"/>
            </a:endParaRPr>
          </a:p>
          <a:p>
            <a:pPr indent="-387350" lvl="0" marL="457200" rtl="0" algn="l">
              <a:spcBef>
                <a:spcPts val="0"/>
              </a:spcBef>
              <a:spcAft>
                <a:spcPts val="0"/>
              </a:spcAft>
              <a:buClr>
                <a:schemeClr val="dk1"/>
              </a:buClr>
              <a:buSzPts val="2500"/>
              <a:buFont typeface="Bangers"/>
              <a:buAutoNum type="arabicPeriod"/>
            </a:pPr>
            <a:r>
              <a:rPr lang="en" sz="2500">
                <a:solidFill>
                  <a:schemeClr val="dk1"/>
                </a:solidFill>
                <a:latin typeface="Bangers"/>
                <a:ea typeface="Bangers"/>
                <a:cs typeface="Bangers"/>
                <a:sym typeface="Bangers"/>
              </a:rPr>
              <a:t>The purpose of structured programming is to linearize control flow through a computer program so that the execution sequence follows the sequence in which the code is written.</a:t>
            </a:r>
            <a:endParaRPr sz="2500">
              <a:solidFill>
                <a:schemeClr val="dk1"/>
              </a:solidFill>
              <a:latin typeface="Bangers"/>
              <a:ea typeface="Bangers"/>
              <a:cs typeface="Bangers"/>
              <a:sym typeface="Bangers"/>
            </a:endParaRPr>
          </a:p>
          <a:p>
            <a:pPr indent="0" lvl="0" marL="457200" rtl="0" algn="l">
              <a:spcBef>
                <a:spcPts val="0"/>
              </a:spcBef>
              <a:spcAft>
                <a:spcPts val="0"/>
              </a:spcAft>
              <a:buNone/>
            </a:pPr>
            <a:r>
              <a:rPr lang="en" sz="2500">
                <a:solidFill>
                  <a:schemeClr val="dk1"/>
                </a:solidFill>
                <a:latin typeface="Bangers"/>
                <a:ea typeface="Bangers"/>
                <a:cs typeface="Bangers"/>
                <a:sym typeface="Bangers"/>
              </a:rPr>
              <a:t> </a:t>
            </a:r>
            <a:endParaRPr sz="2500">
              <a:solidFill>
                <a:schemeClr val="dk1"/>
              </a:solidFill>
              <a:latin typeface="Bangers"/>
              <a:ea typeface="Bangers"/>
              <a:cs typeface="Bangers"/>
              <a:sym typeface="Bangers"/>
            </a:endParaRPr>
          </a:p>
          <a:p>
            <a:pPr indent="-387350" lvl="0" marL="457200" rtl="0" algn="l">
              <a:spcBef>
                <a:spcPts val="0"/>
              </a:spcBef>
              <a:spcAft>
                <a:spcPts val="0"/>
              </a:spcAft>
              <a:buClr>
                <a:schemeClr val="dk1"/>
              </a:buClr>
              <a:buSzPts val="2500"/>
              <a:buFont typeface="Bangers"/>
              <a:buAutoNum type="arabicPeriod"/>
            </a:pPr>
            <a:r>
              <a:rPr lang="en" sz="2500">
                <a:solidFill>
                  <a:schemeClr val="dk1"/>
                </a:solidFill>
                <a:latin typeface="Bangers"/>
                <a:ea typeface="Bangers"/>
                <a:cs typeface="Bangers"/>
                <a:sym typeface="Bangers"/>
              </a:rPr>
              <a:t>The dynamic structure of the program than resemble the static structure of the program. This enhances the readability, testability, and modifiability of the program. </a:t>
            </a:r>
            <a:endParaRPr sz="2500">
              <a:solidFill>
                <a:schemeClr val="dk1"/>
              </a:solidFill>
              <a:latin typeface="Bangers"/>
              <a:ea typeface="Bangers"/>
              <a:cs typeface="Bangers"/>
              <a:sym typeface="Bangers"/>
            </a:endParaRPr>
          </a:p>
          <a:p>
            <a:pPr indent="0" lvl="0" marL="457200" rtl="0" algn="l">
              <a:spcBef>
                <a:spcPts val="0"/>
              </a:spcBef>
              <a:spcAft>
                <a:spcPts val="0"/>
              </a:spcAft>
              <a:buNone/>
            </a:pPr>
            <a:r>
              <a:t/>
            </a:r>
            <a:endParaRPr sz="2500">
              <a:solidFill>
                <a:schemeClr val="dk1"/>
              </a:solidFill>
              <a:latin typeface="Bangers"/>
              <a:ea typeface="Bangers"/>
              <a:cs typeface="Bangers"/>
              <a:sym typeface="Bangers"/>
            </a:endParaRPr>
          </a:p>
          <a:p>
            <a:pPr indent="-387350" lvl="0" marL="457200" rtl="0" algn="l">
              <a:spcBef>
                <a:spcPts val="0"/>
              </a:spcBef>
              <a:spcAft>
                <a:spcPts val="0"/>
              </a:spcAft>
              <a:buClr>
                <a:schemeClr val="dk1"/>
              </a:buClr>
              <a:buSzPts val="2500"/>
              <a:buFont typeface="Bangers"/>
              <a:buAutoNum type="arabicPeriod"/>
            </a:pPr>
            <a:r>
              <a:rPr lang="en" sz="2500">
                <a:solidFill>
                  <a:schemeClr val="dk1"/>
                </a:solidFill>
                <a:latin typeface="Bangers"/>
                <a:ea typeface="Bangers"/>
                <a:cs typeface="Bangers"/>
                <a:sym typeface="Bangers"/>
              </a:rPr>
              <a:t>This linear flow of control can be managed by restricting the set of allowed applications construct to a single entry, single exit formats.</a:t>
            </a:r>
            <a:endParaRPr sz="2500">
              <a:solidFill>
                <a:schemeClr val="dk1"/>
              </a:solidFill>
              <a:latin typeface="Bangers"/>
              <a:ea typeface="Bangers"/>
              <a:cs typeface="Bangers"/>
              <a:sym typeface="Banger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94" name="Shape 94"/>
        <p:cNvGrpSpPr/>
        <p:nvPr/>
      </p:nvGrpSpPr>
      <p:grpSpPr>
        <a:xfrm>
          <a:off x="0" y="0"/>
          <a:ext cx="0" cy="0"/>
          <a:chOff x="0" y="0"/>
          <a:chExt cx="0" cy="0"/>
        </a:xfrm>
      </p:grpSpPr>
      <p:sp>
        <p:nvSpPr>
          <p:cNvPr id="95" name="Google Shape;95;p16"/>
          <p:cNvSpPr txBox="1"/>
          <p:nvPr>
            <p:ph type="ctrTitle"/>
          </p:nvPr>
        </p:nvSpPr>
        <p:spPr>
          <a:xfrm>
            <a:off x="3927550" y="2274875"/>
            <a:ext cx="37674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5000"/>
              <a:t>Why we use Structured Programming?</a:t>
            </a:r>
            <a:endParaRPr sz="8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nvSpPr>
        <p:spPr>
          <a:xfrm>
            <a:off x="0" y="139800"/>
            <a:ext cx="8957400" cy="4863900"/>
          </a:xfrm>
          <a:prstGeom prst="rect">
            <a:avLst/>
          </a:prstGeom>
          <a:noFill/>
          <a:ln>
            <a:noFill/>
          </a:ln>
        </p:spPr>
        <p:txBody>
          <a:bodyPr anchorCtr="0" anchor="t" bIns="91425" lIns="91425" spcFirstLastPara="1" rIns="91425" wrap="square" tIns="91425">
            <a:spAutoFit/>
          </a:bodyPr>
          <a:lstStyle/>
          <a:p>
            <a:pPr indent="-412750" lvl="0" marL="457200" rtl="0" algn="just">
              <a:spcBef>
                <a:spcPts val="0"/>
              </a:spcBef>
              <a:spcAft>
                <a:spcPts val="0"/>
              </a:spcAft>
              <a:buSzPts val="2900"/>
              <a:buFont typeface="Bangers"/>
              <a:buAutoNum type="arabicPeriod"/>
            </a:pPr>
            <a:r>
              <a:rPr lang="en" sz="2900">
                <a:latin typeface="Bangers"/>
                <a:ea typeface="Bangers"/>
                <a:cs typeface="Bangers"/>
                <a:sym typeface="Bangers"/>
              </a:rPr>
              <a:t>We use structured programming because it allows the programmer to understand the program easily. </a:t>
            </a:r>
            <a:endParaRPr sz="2900">
              <a:latin typeface="Bangers"/>
              <a:ea typeface="Bangers"/>
              <a:cs typeface="Bangers"/>
              <a:sym typeface="Bangers"/>
            </a:endParaRPr>
          </a:p>
          <a:p>
            <a:pPr indent="0" lvl="0" marL="457200" rtl="0" algn="just">
              <a:spcBef>
                <a:spcPts val="0"/>
              </a:spcBef>
              <a:spcAft>
                <a:spcPts val="0"/>
              </a:spcAft>
              <a:buNone/>
            </a:pPr>
            <a:r>
              <a:t/>
            </a:r>
            <a:endParaRPr sz="2900">
              <a:latin typeface="Bangers"/>
              <a:ea typeface="Bangers"/>
              <a:cs typeface="Bangers"/>
              <a:sym typeface="Bangers"/>
            </a:endParaRPr>
          </a:p>
          <a:p>
            <a:pPr indent="-412750" lvl="0" marL="457200" rtl="0" algn="just">
              <a:spcBef>
                <a:spcPts val="0"/>
              </a:spcBef>
              <a:spcAft>
                <a:spcPts val="0"/>
              </a:spcAft>
              <a:buSzPts val="2900"/>
              <a:buFont typeface="Bangers"/>
              <a:buAutoNum type="arabicPeriod"/>
            </a:pPr>
            <a:r>
              <a:rPr lang="en" sz="2900">
                <a:latin typeface="Bangers"/>
                <a:ea typeface="Bangers"/>
                <a:cs typeface="Bangers"/>
                <a:sym typeface="Bangers"/>
              </a:rPr>
              <a:t>If a program consists of thousands of instructions and an error occurs then it is complicated to find that error in the whole program, but in structured programming, we can easily detect the error and then go to that location and correct it.</a:t>
            </a:r>
            <a:endParaRPr sz="2900">
              <a:latin typeface="Bangers"/>
              <a:ea typeface="Bangers"/>
              <a:cs typeface="Bangers"/>
              <a:sym typeface="Bangers"/>
            </a:endParaRPr>
          </a:p>
          <a:p>
            <a:pPr indent="0" lvl="0" marL="457200" rtl="0" algn="just">
              <a:spcBef>
                <a:spcPts val="0"/>
              </a:spcBef>
              <a:spcAft>
                <a:spcPts val="0"/>
              </a:spcAft>
              <a:buNone/>
            </a:pPr>
            <a:r>
              <a:rPr lang="en" sz="2900">
                <a:latin typeface="Bangers"/>
                <a:ea typeface="Bangers"/>
                <a:cs typeface="Bangers"/>
                <a:sym typeface="Bangers"/>
              </a:rPr>
              <a:t> </a:t>
            </a:r>
            <a:endParaRPr sz="2900">
              <a:latin typeface="Bangers"/>
              <a:ea typeface="Bangers"/>
              <a:cs typeface="Bangers"/>
              <a:sym typeface="Bangers"/>
            </a:endParaRPr>
          </a:p>
          <a:p>
            <a:pPr indent="-412750" lvl="0" marL="457200" rtl="0" algn="just">
              <a:spcBef>
                <a:spcPts val="0"/>
              </a:spcBef>
              <a:spcAft>
                <a:spcPts val="0"/>
              </a:spcAft>
              <a:buSzPts val="2900"/>
              <a:buFont typeface="Bangers"/>
              <a:buAutoNum type="arabicPeriod"/>
            </a:pPr>
            <a:r>
              <a:rPr lang="en" sz="2900">
                <a:latin typeface="Bangers"/>
                <a:ea typeface="Bangers"/>
                <a:cs typeface="Bangers"/>
                <a:sym typeface="Bangers"/>
              </a:rPr>
              <a:t>This saves a lot of time.</a:t>
            </a:r>
            <a:endParaRPr sz="2900">
              <a:latin typeface="Bangers"/>
              <a:ea typeface="Bangers"/>
              <a:cs typeface="Bangers"/>
              <a:sym typeface="Bangers"/>
            </a:endParaRPr>
          </a:p>
          <a:p>
            <a:pPr indent="0" lvl="0" marL="0" rtl="0" algn="just">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04" name="Shape 104"/>
        <p:cNvGrpSpPr/>
        <p:nvPr/>
      </p:nvGrpSpPr>
      <p:grpSpPr>
        <a:xfrm>
          <a:off x="0" y="0"/>
          <a:ext cx="0" cy="0"/>
          <a:chOff x="0" y="0"/>
          <a:chExt cx="0" cy="0"/>
        </a:xfrm>
      </p:grpSpPr>
      <p:sp>
        <p:nvSpPr>
          <p:cNvPr id="105" name="Google Shape;105;p18"/>
          <p:cNvSpPr txBox="1"/>
          <p:nvPr>
            <p:ph type="ctrTitle"/>
          </p:nvPr>
        </p:nvSpPr>
        <p:spPr>
          <a:xfrm>
            <a:off x="4101125" y="1914700"/>
            <a:ext cx="37674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Types of Structured </a:t>
            </a:r>
            <a:endParaRPr/>
          </a:p>
          <a:p>
            <a:pPr indent="0" lvl="0" marL="0" rtl="0" algn="ctr">
              <a:spcBef>
                <a:spcPts val="0"/>
              </a:spcBef>
              <a:spcAft>
                <a:spcPts val="0"/>
              </a:spcAft>
              <a:buNone/>
            </a:pPr>
            <a:r>
              <a:rPr lang="en"/>
              <a:t>Programming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09" name="Shape 109"/>
        <p:cNvGrpSpPr/>
        <p:nvPr/>
      </p:nvGrpSpPr>
      <p:grpSpPr>
        <a:xfrm>
          <a:off x="0" y="0"/>
          <a:ext cx="0" cy="0"/>
          <a:chOff x="0" y="0"/>
          <a:chExt cx="0" cy="0"/>
        </a:xfrm>
      </p:grpSpPr>
      <p:sp>
        <p:nvSpPr>
          <p:cNvPr id="110" name="Google Shape;110;p19"/>
          <p:cNvSpPr txBox="1"/>
          <p:nvPr>
            <p:ph type="ctrTitle"/>
          </p:nvPr>
        </p:nvSpPr>
        <p:spPr>
          <a:xfrm>
            <a:off x="4132675" y="2607175"/>
            <a:ext cx="3767400" cy="1159800"/>
          </a:xfrm>
          <a:prstGeom prst="rect">
            <a:avLst/>
          </a:prstGeom>
        </p:spPr>
        <p:txBody>
          <a:bodyPr anchorCtr="0" anchor="b" bIns="91425" lIns="91425" spcFirstLastPara="1" rIns="91425" wrap="square" tIns="91425">
            <a:noAutofit/>
          </a:bodyPr>
          <a:lstStyle/>
          <a:p>
            <a:pPr indent="0" lvl="0" marL="342900" rtl="0" algn="l">
              <a:spcBef>
                <a:spcPts val="0"/>
              </a:spcBef>
              <a:spcAft>
                <a:spcPts val="0"/>
              </a:spcAft>
              <a:buNone/>
            </a:pPr>
            <a:r>
              <a:rPr lang="en" sz="5000">
                <a:solidFill>
                  <a:srgbClr val="000000"/>
                </a:solidFill>
              </a:rPr>
              <a:t>Structural Programming</a:t>
            </a:r>
            <a:endParaRPr sz="5000">
              <a:solidFill>
                <a:srgbClr val="000000"/>
              </a:solidFill>
            </a:endParaRPr>
          </a:p>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nvSpPr>
        <p:spPr>
          <a:xfrm>
            <a:off x="59550" y="489100"/>
            <a:ext cx="9024900" cy="4166100"/>
          </a:xfrm>
          <a:prstGeom prst="rect">
            <a:avLst/>
          </a:prstGeom>
          <a:noFill/>
          <a:ln>
            <a:noFill/>
          </a:ln>
        </p:spPr>
        <p:txBody>
          <a:bodyPr anchorCtr="0" anchor="t" bIns="91425" lIns="91425" spcFirstLastPara="1" rIns="91425" wrap="square" tIns="91425">
            <a:spAutoFit/>
          </a:bodyPr>
          <a:lstStyle/>
          <a:p>
            <a:pPr indent="-342900" lvl="0" marL="342900" rtl="0" algn="l">
              <a:spcBef>
                <a:spcPts val="0"/>
              </a:spcBef>
              <a:spcAft>
                <a:spcPts val="0"/>
              </a:spcAft>
              <a:buClr>
                <a:schemeClr val="dk1"/>
              </a:buClr>
              <a:buSzPts val="3200"/>
              <a:buFont typeface="Verdana"/>
              <a:buChar char="•"/>
            </a:pPr>
            <a:r>
              <a:rPr lang="en" sz="3200">
                <a:solidFill>
                  <a:schemeClr val="dk1"/>
                </a:solidFill>
                <a:latin typeface="Bangers"/>
                <a:ea typeface="Bangers"/>
                <a:cs typeface="Bangers"/>
                <a:sym typeface="Bangers"/>
              </a:rPr>
              <a:t>This is the first programming approach used widely in beginning.</a:t>
            </a:r>
            <a:r>
              <a:rPr lang="en" sz="3200">
                <a:solidFill>
                  <a:srgbClr val="40458C"/>
                </a:solidFill>
                <a:latin typeface="Bangers"/>
                <a:ea typeface="Bangers"/>
                <a:cs typeface="Bangers"/>
                <a:sym typeface="Bangers"/>
              </a:rPr>
              <a:t> </a:t>
            </a:r>
            <a:endParaRPr sz="3200">
              <a:solidFill>
                <a:srgbClr val="40458C"/>
              </a:solidFill>
              <a:latin typeface="Bangers"/>
              <a:ea typeface="Bangers"/>
              <a:cs typeface="Bangers"/>
              <a:sym typeface="Bangers"/>
            </a:endParaRPr>
          </a:p>
          <a:p>
            <a:pPr indent="-342900" lvl="0" marL="342900" rtl="0" algn="l">
              <a:spcBef>
                <a:spcPts val="640"/>
              </a:spcBef>
              <a:spcAft>
                <a:spcPts val="0"/>
              </a:spcAft>
              <a:buClr>
                <a:schemeClr val="dk1"/>
              </a:buClr>
              <a:buSzPts val="3200"/>
              <a:buFont typeface="Verdana"/>
              <a:buChar char="•"/>
            </a:pPr>
            <a:r>
              <a:rPr lang="en" sz="3200">
                <a:solidFill>
                  <a:schemeClr val="dk1"/>
                </a:solidFill>
                <a:latin typeface="Bangers"/>
                <a:ea typeface="Bangers"/>
                <a:cs typeface="Bangers"/>
                <a:sym typeface="Bangers"/>
              </a:rPr>
              <a:t>The program is divided into several basic structures called building blocks : </a:t>
            </a:r>
            <a:endParaRPr sz="3200">
              <a:solidFill>
                <a:schemeClr val="dk1"/>
              </a:solidFill>
              <a:latin typeface="Bangers"/>
              <a:ea typeface="Bangers"/>
              <a:cs typeface="Bangers"/>
              <a:sym typeface="Bangers"/>
            </a:endParaRPr>
          </a:p>
          <a:p>
            <a:pPr indent="0" lvl="0" marL="342900" rtl="0" algn="l">
              <a:spcBef>
                <a:spcPts val="640"/>
              </a:spcBef>
              <a:spcAft>
                <a:spcPts val="0"/>
              </a:spcAft>
              <a:buNone/>
            </a:pPr>
            <a:br>
              <a:rPr lang="en" sz="3200">
                <a:solidFill>
                  <a:schemeClr val="dk1"/>
                </a:solidFill>
                <a:latin typeface="Bangers"/>
                <a:ea typeface="Bangers"/>
                <a:cs typeface="Bangers"/>
                <a:sym typeface="Bangers"/>
              </a:rPr>
            </a:br>
            <a:r>
              <a:rPr lang="en" sz="2800">
                <a:solidFill>
                  <a:schemeClr val="dk1"/>
                </a:solidFill>
                <a:latin typeface="Bangers"/>
                <a:ea typeface="Bangers"/>
                <a:cs typeface="Bangers"/>
                <a:sym typeface="Bangers"/>
              </a:rPr>
              <a:t>(1) </a:t>
            </a:r>
            <a:r>
              <a:rPr b="1" lang="en" sz="2800">
                <a:solidFill>
                  <a:schemeClr val="dk1"/>
                </a:solidFill>
                <a:latin typeface="Bangers"/>
                <a:ea typeface="Bangers"/>
                <a:cs typeface="Bangers"/>
                <a:sym typeface="Bangers"/>
              </a:rPr>
              <a:t>Sequence Structure</a:t>
            </a:r>
            <a:r>
              <a:rPr lang="en" sz="2800">
                <a:solidFill>
                  <a:schemeClr val="dk1"/>
                </a:solidFill>
                <a:latin typeface="Bangers"/>
                <a:ea typeface="Bangers"/>
                <a:cs typeface="Bangers"/>
                <a:sym typeface="Bangers"/>
              </a:rPr>
              <a:t> </a:t>
            </a:r>
            <a:br>
              <a:rPr lang="en" sz="2800">
                <a:solidFill>
                  <a:schemeClr val="dk1"/>
                </a:solidFill>
                <a:latin typeface="Bangers"/>
                <a:ea typeface="Bangers"/>
                <a:cs typeface="Bangers"/>
                <a:sym typeface="Bangers"/>
              </a:rPr>
            </a:br>
            <a:r>
              <a:rPr lang="en" sz="2800">
                <a:solidFill>
                  <a:schemeClr val="dk1"/>
                </a:solidFill>
                <a:latin typeface="Bangers"/>
                <a:ea typeface="Bangers"/>
                <a:cs typeface="Bangers"/>
                <a:sym typeface="Bangers"/>
              </a:rPr>
              <a:t>(2) </a:t>
            </a:r>
            <a:r>
              <a:rPr b="1" lang="en" sz="2800">
                <a:solidFill>
                  <a:schemeClr val="dk1"/>
                </a:solidFill>
                <a:latin typeface="Bangers"/>
                <a:ea typeface="Bangers"/>
                <a:cs typeface="Bangers"/>
                <a:sym typeface="Bangers"/>
              </a:rPr>
              <a:t>Selection or Conditional Structure</a:t>
            </a:r>
            <a:r>
              <a:rPr lang="en" sz="2800">
                <a:solidFill>
                  <a:schemeClr val="dk1"/>
                </a:solidFill>
                <a:latin typeface="Bangers"/>
                <a:ea typeface="Bangers"/>
                <a:cs typeface="Bangers"/>
                <a:sym typeface="Bangers"/>
              </a:rPr>
              <a:t> </a:t>
            </a:r>
            <a:br>
              <a:rPr lang="en" sz="2800">
                <a:solidFill>
                  <a:schemeClr val="dk1"/>
                </a:solidFill>
                <a:latin typeface="Bangers"/>
                <a:ea typeface="Bangers"/>
                <a:cs typeface="Bangers"/>
                <a:sym typeface="Bangers"/>
              </a:rPr>
            </a:br>
            <a:r>
              <a:rPr lang="en" sz="2800">
                <a:solidFill>
                  <a:schemeClr val="dk1"/>
                </a:solidFill>
                <a:latin typeface="Bangers"/>
                <a:ea typeface="Bangers"/>
                <a:cs typeface="Bangers"/>
                <a:sym typeface="Bangers"/>
              </a:rPr>
              <a:t>(3) </a:t>
            </a:r>
            <a:r>
              <a:rPr b="1" lang="en" sz="2800">
                <a:solidFill>
                  <a:schemeClr val="dk1"/>
                </a:solidFill>
                <a:latin typeface="Bangers"/>
                <a:ea typeface="Bangers"/>
                <a:cs typeface="Bangers"/>
                <a:sym typeface="Bangers"/>
              </a:rPr>
              <a:t>Repetition or loop Structure</a:t>
            </a:r>
            <a:r>
              <a:rPr lang="en" sz="3200">
                <a:solidFill>
                  <a:schemeClr val="dk1"/>
                </a:solidFill>
                <a:latin typeface="Bangers"/>
                <a:ea typeface="Bangers"/>
                <a:cs typeface="Bangers"/>
                <a:sym typeface="Bangers"/>
              </a:rPr>
              <a:t> </a:t>
            </a:r>
            <a:endParaRPr>
              <a:latin typeface="Bangers"/>
              <a:ea typeface="Bangers"/>
              <a:cs typeface="Bangers"/>
              <a:sym typeface="Banger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0000"/>
        </a:solidFill>
      </p:bgPr>
    </p:bg>
    <p:spTree>
      <p:nvGrpSpPr>
        <p:cNvPr id="119" name="Shape 119"/>
        <p:cNvGrpSpPr/>
        <p:nvPr/>
      </p:nvGrpSpPr>
      <p:grpSpPr>
        <a:xfrm>
          <a:off x="0" y="0"/>
          <a:ext cx="0" cy="0"/>
          <a:chOff x="0" y="0"/>
          <a:chExt cx="0" cy="0"/>
        </a:xfrm>
      </p:grpSpPr>
      <p:sp>
        <p:nvSpPr>
          <p:cNvPr id="120" name="Google Shape;120;p21"/>
          <p:cNvSpPr txBox="1"/>
          <p:nvPr>
            <p:ph type="ctrTitle"/>
          </p:nvPr>
        </p:nvSpPr>
        <p:spPr>
          <a:xfrm>
            <a:off x="4607075" y="2149625"/>
            <a:ext cx="3707700" cy="1159800"/>
          </a:xfrm>
          <a:prstGeom prst="rect">
            <a:avLst/>
          </a:prstGeom>
        </p:spPr>
        <p:txBody>
          <a:bodyPr anchorCtr="0" anchor="b" bIns="91425" lIns="91425" spcFirstLastPara="1" rIns="91425" wrap="square" tIns="91425">
            <a:noAutofit/>
          </a:bodyPr>
          <a:lstStyle/>
          <a:p>
            <a:pPr indent="-546100" lvl="0" marL="457200" rtl="0" algn="l">
              <a:spcBef>
                <a:spcPts val="640"/>
              </a:spcBef>
              <a:spcAft>
                <a:spcPts val="0"/>
              </a:spcAft>
              <a:buSzPts val="5000"/>
              <a:buAutoNum type="arabicParenBoth"/>
            </a:pPr>
            <a:r>
              <a:rPr b="1" lang="en" sz="5000"/>
              <a:t>Sequence Structure</a:t>
            </a:r>
            <a:r>
              <a:rPr lang="en" sz="5000"/>
              <a:t> </a:t>
            </a:r>
            <a:endParaRPr sz="5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nvSpPr>
        <p:spPr>
          <a:xfrm>
            <a:off x="110450" y="157775"/>
            <a:ext cx="8733900" cy="1985700"/>
          </a:xfrm>
          <a:prstGeom prst="rect">
            <a:avLst/>
          </a:prstGeom>
          <a:noFill/>
          <a:ln>
            <a:noFill/>
          </a:ln>
        </p:spPr>
        <p:txBody>
          <a:bodyPr anchorCtr="0" anchor="t" bIns="91425" lIns="91425" spcFirstLastPara="1" rIns="91425" wrap="square" tIns="91425">
            <a:spAutoFit/>
          </a:bodyPr>
          <a:lstStyle/>
          <a:p>
            <a:pPr indent="-476250" lvl="0" marL="457200" rtl="0" algn="l">
              <a:spcBef>
                <a:spcPts val="0"/>
              </a:spcBef>
              <a:spcAft>
                <a:spcPts val="0"/>
              </a:spcAft>
              <a:buClr>
                <a:schemeClr val="dk1"/>
              </a:buClr>
              <a:buSzPts val="3900"/>
              <a:buFont typeface="Bangers"/>
              <a:buChar char="●"/>
            </a:pPr>
            <a:r>
              <a:rPr lang="en" sz="3900">
                <a:solidFill>
                  <a:schemeClr val="dk1"/>
                </a:solidFill>
                <a:latin typeface="Bangers"/>
                <a:ea typeface="Bangers"/>
                <a:cs typeface="Bangers"/>
                <a:sym typeface="Bangers"/>
              </a:rPr>
              <a:t>This module contains program statements one after another. This is a very simple module of Structured Programming.</a:t>
            </a:r>
            <a:endParaRPr sz="3900">
              <a:solidFill>
                <a:srgbClr val="40458C"/>
              </a:solidFill>
              <a:latin typeface="Bangers"/>
              <a:ea typeface="Bangers"/>
              <a:cs typeface="Bangers"/>
              <a:sym typeface="Bangers"/>
            </a:endParaRPr>
          </a:p>
        </p:txBody>
      </p:sp>
      <p:pic>
        <p:nvPicPr>
          <p:cNvPr descr="Sequence Structure" id="126" name="Google Shape;126;p22"/>
          <p:cNvPicPr preferRelativeResize="0"/>
          <p:nvPr/>
        </p:nvPicPr>
        <p:blipFill rotWithShape="1">
          <a:blip r:embed="rId3">
            <a:alphaModFix/>
          </a:blip>
          <a:srcRect b="0" l="0" r="0" t="0"/>
          <a:stretch/>
        </p:blipFill>
        <p:spPr>
          <a:xfrm>
            <a:off x="2985800" y="2492850"/>
            <a:ext cx="3961250" cy="254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0000"/>
        </a:solidFill>
      </p:bgPr>
    </p:bg>
    <p:spTree>
      <p:nvGrpSpPr>
        <p:cNvPr id="130" name="Shape 130"/>
        <p:cNvGrpSpPr/>
        <p:nvPr/>
      </p:nvGrpSpPr>
      <p:grpSpPr>
        <a:xfrm>
          <a:off x="0" y="0"/>
          <a:ext cx="0" cy="0"/>
          <a:chOff x="0" y="0"/>
          <a:chExt cx="0" cy="0"/>
        </a:xfrm>
      </p:grpSpPr>
      <p:sp>
        <p:nvSpPr>
          <p:cNvPr id="131" name="Google Shape;131;p23"/>
          <p:cNvSpPr txBox="1"/>
          <p:nvPr>
            <p:ph type="ctrTitle"/>
          </p:nvPr>
        </p:nvSpPr>
        <p:spPr>
          <a:xfrm>
            <a:off x="4148475" y="2716625"/>
            <a:ext cx="4466100" cy="1159800"/>
          </a:xfrm>
          <a:prstGeom prst="rect">
            <a:avLst/>
          </a:prstGeom>
        </p:spPr>
        <p:txBody>
          <a:bodyPr anchorCtr="0" anchor="b" bIns="91425" lIns="91425" spcFirstLastPara="1" rIns="91425" wrap="square" tIns="91425">
            <a:noAutofit/>
          </a:bodyPr>
          <a:lstStyle/>
          <a:p>
            <a:pPr indent="0" lvl="0" marL="342900" rtl="0" algn="l">
              <a:spcBef>
                <a:spcPts val="640"/>
              </a:spcBef>
              <a:spcAft>
                <a:spcPts val="0"/>
              </a:spcAft>
              <a:buNone/>
            </a:pPr>
            <a:r>
              <a:rPr b="1" lang="en" sz="5000"/>
              <a:t>(2) </a:t>
            </a:r>
            <a:r>
              <a:rPr b="1" lang="en" sz="5000"/>
              <a:t>Selection </a:t>
            </a:r>
            <a:endParaRPr b="1" sz="5000"/>
          </a:p>
          <a:p>
            <a:pPr indent="0" lvl="0" marL="342900" rtl="0" algn="l">
              <a:spcBef>
                <a:spcPts val="640"/>
              </a:spcBef>
              <a:spcAft>
                <a:spcPts val="0"/>
              </a:spcAft>
              <a:buClr>
                <a:schemeClr val="dk1"/>
              </a:buClr>
              <a:buSzPts val="1100"/>
              <a:buFont typeface="Arial"/>
              <a:buNone/>
            </a:pPr>
            <a:r>
              <a:rPr b="1" lang="en" sz="5000"/>
              <a:t>or Conditional Structure</a:t>
            </a:r>
            <a:r>
              <a:rPr lang="en" sz="5000"/>
              <a:t> </a:t>
            </a:r>
            <a:endParaRPr sz="5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nvSpPr>
        <p:spPr>
          <a:xfrm>
            <a:off x="135000" y="94675"/>
            <a:ext cx="9009000" cy="2031900"/>
          </a:xfrm>
          <a:prstGeom prst="rect">
            <a:avLst/>
          </a:prstGeom>
          <a:noFill/>
          <a:ln>
            <a:noFill/>
          </a:ln>
        </p:spPr>
        <p:txBody>
          <a:bodyPr anchorCtr="0" anchor="t" bIns="91425" lIns="91425" spcFirstLastPara="1" rIns="91425" wrap="square" tIns="91425">
            <a:spAutoFit/>
          </a:bodyPr>
          <a:lstStyle/>
          <a:p>
            <a:pPr indent="-393700" lvl="0" marL="342900" rtl="0" algn="l">
              <a:spcBef>
                <a:spcPts val="0"/>
              </a:spcBef>
              <a:spcAft>
                <a:spcPts val="0"/>
              </a:spcAft>
              <a:buClr>
                <a:schemeClr val="dk1"/>
              </a:buClr>
              <a:buSzPts val="4000"/>
              <a:buFont typeface="Verdana"/>
              <a:buChar char="•"/>
            </a:pPr>
            <a:r>
              <a:rPr lang="en" sz="4000">
                <a:solidFill>
                  <a:schemeClr val="dk1"/>
                </a:solidFill>
                <a:latin typeface="Bangers"/>
                <a:ea typeface="Bangers"/>
                <a:cs typeface="Bangers"/>
                <a:sym typeface="Bangers"/>
              </a:rPr>
              <a:t>The Program has many conditions from which correct condition is selected to solve problems.</a:t>
            </a:r>
            <a:r>
              <a:rPr lang="en" sz="4000">
                <a:solidFill>
                  <a:srgbClr val="40458C"/>
                </a:solidFill>
                <a:latin typeface="Bangers"/>
                <a:ea typeface="Bangers"/>
                <a:cs typeface="Bangers"/>
                <a:sym typeface="Bangers"/>
              </a:rPr>
              <a:t> </a:t>
            </a:r>
            <a:endParaRPr sz="4000">
              <a:solidFill>
                <a:srgbClr val="40458C"/>
              </a:solidFill>
              <a:latin typeface="Bangers"/>
              <a:ea typeface="Bangers"/>
              <a:cs typeface="Bangers"/>
              <a:sym typeface="Bangers"/>
            </a:endParaRPr>
          </a:p>
        </p:txBody>
      </p:sp>
      <p:pic>
        <p:nvPicPr>
          <p:cNvPr descr="Conditional structure" id="137" name="Google Shape;137;p24"/>
          <p:cNvPicPr preferRelativeResize="0"/>
          <p:nvPr/>
        </p:nvPicPr>
        <p:blipFill rotWithShape="1">
          <a:blip r:embed="rId3">
            <a:alphaModFix/>
          </a:blip>
          <a:srcRect b="0" l="0" r="0" t="0"/>
          <a:stretch/>
        </p:blipFill>
        <p:spPr>
          <a:xfrm>
            <a:off x="1705800" y="2126575"/>
            <a:ext cx="5867400" cy="2890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0000"/>
        </a:solidFill>
      </p:bgPr>
    </p:bg>
    <p:spTree>
      <p:nvGrpSpPr>
        <p:cNvPr id="141" name="Shape 141"/>
        <p:cNvGrpSpPr/>
        <p:nvPr/>
      </p:nvGrpSpPr>
      <p:grpSpPr>
        <a:xfrm>
          <a:off x="0" y="0"/>
          <a:ext cx="0" cy="0"/>
          <a:chOff x="0" y="0"/>
          <a:chExt cx="0" cy="0"/>
        </a:xfrm>
      </p:grpSpPr>
      <p:sp>
        <p:nvSpPr>
          <p:cNvPr id="142" name="Google Shape;142;p25"/>
          <p:cNvSpPr txBox="1"/>
          <p:nvPr>
            <p:ph type="ctrTitle"/>
          </p:nvPr>
        </p:nvSpPr>
        <p:spPr>
          <a:xfrm>
            <a:off x="3627800" y="1643775"/>
            <a:ext cx="4545000" cy="1653900"/>
          </a:xfrm>
          <a:prstGeom prst="rect">
            <a:avLst/>
          </a:prstGeom>
        </p:spPr>
        <p:txBody>
          <a:bodyPr anchorCtr="0" anchor="b" bIns="91425" lIns="91425" spcFirstLastPara="1" rIns="91425" wrap="square" tIns="91425">
            <a:noAutofit/>
          </a:bodyPr>
          <a:lstStyle/>
          <a:p>
            <a:pPr indent="0" lvl="0" marL="342900" rtl="0" algn="l">
              <a:spcBef>
                <a:spcPts val="640"/>
              </a:spcBef>
              <a:spcAft>
                <a:spcPts val="0"/>
              </a:spcAft>
              <a:buClr>
                <a:schemeClr val="dk1"/>
              </a:buClr>
              <a:buSzPts val="1100"/>
              <a:buFont typeface="Arial"/>
              <a:buNone/>
            </a:pPr>
            <a:r>
              <a:rPr lang="en" sz="5000"/>
              <a:t>(3) </a:t>
            </a:r>
            <a:r>
              <a:rPr b="1" lang="en" sz="5000"/>
              <a:t>Repetition or loop Structure</a:t>
            </a:r>
            <a:endParaRPr sz="5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nvSpPr>
        <p:spPr>
          <a:xfrm>
            <a:off x="241050" y="141975"/>
            <a:ext cx="8661900" cy="2462700"/>
          </a:xfrm>
          <a:prstGeom prst="rect">
            <a:avLst/>
          </a:prstGeom>
          <a:noFill/>
          <a:ln>
            <a:noFill/>
          </a:ln>
        </p:spPr>
        <p:txBody>
          <a:bodyPr anchorCtr="0" anchor="t" bIns="91425" lIns="91425" spcFirstLastPara="1" rIns="91425" wrap="square" tIns="91425">
            <a:spAutoFit/>
          </a:bodyPr>
          <a:lstStyle/>
          <a:p>
            <a:pPr indent="-393700" lvl="0" marL="342900" rtl="0" algn="l">
              <a:spcBef>
                <a:spcPts val="0"/>
              </a:spcBef>
              <a:spcAft>
                <a:spcPts val="0"/>
              </a:spcAft>
              <a:buClr>
                <a:schemeClr val="dk1"/>
              </a:buClr>
              <a:buSzPts val="4000"/>
              <a:buFont typeface="Verdana"/>
              <a:buChar char="•"/>
            </a:pPr>
            <a:r>
              <a:rPr lang="en" sz="3400">
                <a:solidFill>
                  <a:schemeClr val="dk1"/>
                </a:solidFill>
                <a:latin typeface="Bangers"/>
                <a:ea typeface="Bangers"/>
                <a:cs typeface="Bangers"/>
                <a:sym typeface="Bangers"/>
              </a:rPr>
              <a:t>The process of repetition or iteration repeats statements blocks several times when condition is matched, if condition is not matched, looping process is terminated</a:t>
            </a:r>
            <a:r>
              <a:rPr lang="en" sz="4000">
                <a:solidFill>
                  <a:srgbClr val="40458C"/>
                </a:solidFill>
                <a:latin typeface="Bangers"/>
                <a:ea typeface="Bangers"/>
                <a:cs typeface="Bangers"/>
                <a:sym typeface="Bangers"/>
              </a:rPr>
              <a:t> </a:t>
            </a:r>
            <a:endParaRPr sz="2200">
              <a:latin typeface="Bangers"/>
              <a:ea typeface="Bangers"/>
              <a:cs typeface="Bangers"/>
              <a:sym typeface="Bangers"/>
            </a:endParaRPr>
          </a:p>
        </p:txBody>
      </p:sp>
      <p:pic>
        <p:nvPicPr>
          <p:cNvPr descr="loop Structure" id="148" name="Google Shape;148;p26"/>
          <p:cNvPicPr preferRelativeResize="0"/>
          <p:nvPr/>
        </p:nvPicPr>
        <p:blipFill rotWithShape="1">
          <a:blip r:embed="rId3">
            <a:alphaModFix/>
          </a:blip>
          <a:srcRect b="0" l="0" r="0" t="0"/>
          <a:stretch/>
        </p:blipFill>
        <p:spPr>
          <a:xfrm>
            <a:off x="1372650" y="2494225"/>
            <a:ext cx="6628350" cy="2538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52" name="Shape 152"/>
        <p:cNvGrpSpPr/>
        <p:nvPr/>
      </p:nvGrpSpPr>
      <p:grpSpPr>
        <a:xfrm>
          <a:off x="0" y="0"/>
          <a:ext cx="0" cy="0"/>
          <a:chOff x="0" y="0"/>
          <a:chExt cx="0" cy="0"/>
        </a:xfrm>
      </p:grpSpPr>
      <p:sp>
        <p:nvSpPr>
          <p:cNvPr id="153" name="Google Shape;153;p27"/>
          <p:cNvSpPr txBox="1"/>
          <p:nvPr>
            <p:ph type="ctrTitle"/>
          </p:nvPr>
        </p:nvSpPr>
        <p:spPr>
          <a:xfrm>
            <a:off x="4520075" y="2764025"/>
            <a:ext cx="3368700" cy="1159800"/>
          </a:xfrm>
          <a:prstGeom prst="rect">
            <a:avLst/>
          </a:prstGeom>
        </p:spPr>
        <p:txBody>
          <a:bodyPr anchorCtr="0" anchor="b" bIns="91425" lIns="91425" spcFirstLastPara="1" rIns="91425" wrap="square" tIns="91425">
            <a:noAutofit/>
          </a:bodyPr>
          <a:lstStyle/>
          <a:p>
            <a:pPr indent="0" lvl="0" marL="342900" rtl="0" algn="l">
              <a:spcBef>
                <a:spcPts val="640"/>
              </a:spcBef>
              <a:spcAft>
                <a:spcPts val="0"/>
              </a:spcAft>
              <a:buNone/>
            </a:pPr>
            <a:r>
              <a:rPr lang="en" sz="5000">
                <a:solidFill>
                  <a:srgbClr val="000000"/>
                </a:solidFill>
              </a:rPr>
              <a:t>Modular Designing</a:t>
            </a:r>
            <a:endParaRPr sz="5000">
              <a:solidFill>
                <a:srgbClr val="000000"/>
              </a:solidFill>
            </a:endParaRPr>
          </a:p>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nvSpPr>
        <p:spPr>
          <a:xfrm>
            <a:off x="83700" y="559113"/>
            <a:ext cx="8961600" cy="2154900"/>
          </a:xfrm>
          <a:prstGeom prst="rect">
            <a:avLst/>
          </a:prstGeom>
          <a:noFill/>
          <a:ln>
            <a:noFill/>
          </a:ln>
        </p:spPr>
        <p:txBody>
          <a:bodyPr anchorCtr="0" anchor="t" bIns="91425" lIns="91425" spcFirstLastPara="1" rIns="91425" wrap="square" tIns="91425">
            <a:spAutoFit/>
          </a:bodyPr>
          <a:lstStyle/>
          <a:p>
            <a:pPr indent="-342900" lvl="0" marL="342900" rtl="0" algn="l">
              <a:spcBef>
                <a:spcPts val="0"/>
              </a:spcBef>
              <a:spcAft>
                <a:spcPts val="0"/>
              </a:spcAft>
              <a:buClr>
                <a:schemeClr val="dk1"/>
              </a:buClr>
              <a:buSzPts val="3200"/>
              <a:buFont typeface="Verdana"/>
              <a:buChar char="•"/>
            </a:pPr>
            <a:r>
              <a:rPr lang="en" sz="3200">
                <a:solidFill>
                  <a:schemeClr val="dk1"/>
                </a:solidFill>
                <a:latin typeface="Bangers"/>
                <a:ea typeface="Bangers"/>
                <a:cs typeface="Bangers"/>
                <a:sym typeface="Bangers"/>
              </a:rPr>
              <a:t>In modular approach, large program is divided into many small discrete components called Modules. In </a:t>
            </a:r>
            <a:r>
              <a:rPr b="1" lang="en" sz="3200">
                <a:solidFill>
                  <a:srgbClr val="660000"/>
                </a:solidFill>
                <a:latin typeface="Bangers"/>
                <a:ea typeface="Bangers"/>
                <a:cs typeface="Bangers"/>
                <a:sym typeface="Bangers"/>
              </a:rPr>
              <a:t>programming language</a:t>
            </a:r>
            <a:r>
              <a:rPr lang="en" sz="3200">
                <a:solidFill>
                  <a:srgbClr val="660000"/>
                </a:solidFill>
                <a:latin typeface="Bangers"/>
                <a:ea typeface="Bangers"/>
                <a:cs typeface="Bangers"/>
                <a:sym typeface="Bangers"/>
              </a:rPr>
              <a:t>,</a:t>
            </a:r>
            <a:r>
              <a:rPr lang="en" sz="3200">
                <a:solidFill>
                  <a:schemeClr val="dk1"/>
                </a:solidFill>
                <a:latin typeface="Bangers"/>
                <a:ea typeface="Bangers"/>
                <a:cs typeface="Bangers"/>
                <a:sym typeface="Bangers"/>
              </a:rPr>
              <a:t> these modules are called function or subroutines.</a:t>
            </a:r>
            <a:r>
              <a:rPr lang="en" sz="3200">
                <a:solidFill>
                  <a:srgbClr val="40458C"/>
                </a:solidFill>
                <a:latin typeface="Bangers"/>
                <a:ea typeface="Bangers"/>
                <a:cs typeface="Bangers"/>
                <a:sym typeface="Bangers"/>
              </a:rPr>
              <a:t> </a:t>
            </a:r>
            <a:endParaRPr>
              <a:latin typeface="Bangers"/>
              <a:ea typeface="Bangers"/>
              <a:cs typeface="Bangers"/>
              <a:sym typeface="Bangers"/>
            </a:endParaRPr>
          </a:p>
        </p:txBody>
      </p:sp>
      <p:sp>
        <p:nvSpPr>
          <p:cNvPr id="159" name="Google Shape;159;p28"/>
          <p:cNvSpPr txBox="1"/>
          <p:nvPr/>
        </p:nvSpPr>
        <p:spPr>
          <a:xfrm>
            <a:off x="251100" y="2778388"/>
            <a:ext cx="8809200" cy="18060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3400"/>
              <a:buFont typeface="Verdana"/>
              <a:buChar char="•"/>
            </a:pPr>
            <a:r>
              <a:rPr lang="en" sz="3400">
                <a:solidFill>
                  <a:schemeClr val="dk1"/>
                </a:solidFill>
                <a:latin typeface="Bangers"/>
                <a:ea typeface="Bangers"/>
                <a:cs typeface="Bangers"/>
                <a:sym typeface="Bangers"/>
              </a:rPr>
              <a:t>Modules are debugged and tested separately and combined to build system.</a:t>
            </a:r>
            <a:r>
              <a:rPr lang="en" sz="3400">
                <a:solidFill>
                  <a:srgbClr val="40458C"/>
                </a:solidFill>
                <a:latin typeface="Bangers"/>
                <a:ea typeface="Bangers"/>
                <a:cs typeface="Bangers"/>
                <a:sym typeface="Bangers"/>
              </a:rPr>
              <a:t> </a:t>
            </a:r>
            <a:endParaRPr sz="3400">
              <a:solidFill>
                <a:srgbClr val="40458C"/>
              </a:solidFill>
              <a:latin typeface="Bangers"/>
              <a:ea typeface="Bangers"/>
              <a:cs typeface="Bangers"/>
              <a:sym typeface="Bangers"/>
            </a:endParaRPr>
          </a:p>
          <a:p>
            <a:pPr indent="0" lvl="0" marL="0" rtl="0" algn="l">
              <a:spcBef>
                <a:spcPts val="640"/>
              </a:spcBef>
              <a:spcAft>
                <a:spcPts val="0"/>
              </a:spcAft>
              <a:buNone/>
            </a:pPr>
            <a:r>
              <a:t/>
            </a:r>
            <a:endParaRPr sz="3200">
              <a:solidFill>
                <a:srgbClr val="40458C"/>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nvSpPr>
        <p:spPr>
          <a:xfrm>
            <a:off x="0" y="0"/>
            <a:ext cx="9144000" cy="2647500"/>
          </a:xfrm>
          <a:prstGeom prst="rect">
            <a:avLst/>
          </a:prstGeom>
          <a:noFill/>
          <a:ln>
            <a:noFill/>
          </a:ln>
        </p:spPr>
        <p:txBody>
          <a:bodyPr anchorCtr="0" anchor="t" bIns="91425" lIns="91425" spcFirstLastPara="1" rIns="91425" wrap="square" tIns="91425">
            <a:spAutoFit/>
          </a:bodyPr>
          <a:lstStyle/>
          <a:p>
            <a:pPr indent="-342900" lvl="0" marL="342900" rtl="0" algn="l">
              <a:spcBef>
                <a:spcPts val="640"/>
              </a:spcBef>
              <a:spcAft>
                <a:spcPts val="0"/>
              </a:spcAft>
              <a:buClr>
                <a:schemeClr val="dk1"/>
              </a:buClr>
              <a:buSzPts val="3200"/>
              <a:buFont typeface="Verdana"/>
              <a:buChar char="•"/>
            </a:pPr>
            <a:r>
              <a:rPr lang="en" sz="3200">
                <a:solidFill>
                  <a:schemeClr val="dk1"/>
                </a:solidFill>
                <a:latin typeface="Bangers"/>
                <a:ea typeface="Bangers"/>
                <a:cs typeface="Bangers"/>
                <a:sym typeface="Bangers"/>
              </a:rPr>
              <a:t>The evaluation of modeling is called coupling and cohesion. The module coupling denotes number of interconnections between modules and module cohesion shows relationship among data or elements within a module.</a:t>
            </a:r>
            <a:r>
              <a:rPr lang="en" sz="3200">
                <a:solidFill>
                  <a:srgbClr val="40458C"/>
                </a:solidFill>
                <a:latin typeface="Tahoma"/>
                <a:ea typeface="Tahoma"/>
                <a:cs typeface="Tahoma"/>
                <a:sym typeface="Tahoma"/>
              </a:rPr>
              <a:t> </a:t>
            </a:r>
            <a:endParaRPr sz="3200">
              <a:solidFill>
                <a:srgbClr val="40458C"/>
              </a:solidFill>
              <a:latin typeface="Tahoma"/>
              <a:ea typeface="Tahoma"/>
              <a:cs typeface="Tahoma"/>
              <a:sym typeface="Tahoma"/>
            </a:endParaRPr>
          </a:p>
        </p:txBody>
      </p:sp>
      <p:pic>
        <p:nvPicPr>
          <p:cNvPr descr="Modular Programming" id="165" name="Google Shape;165;p29"/>
          <p:cNvPicPr preferRelativeResize="0"/>
          <p:nvPr/>
        </p:nvPicPr>
        <p:blipFill rotWithShape="1">
          <a:blip r:embed="rId3">
            <a:alphaModFix/>
          </a:blip>
          <a:srcRect b="0" l="0" r="0" t="0"/>
          <a:stretch/>
        </p:blipFill>
        <p:spPr>
          <a:xfrm>
            <a:off x="381000" y="2555975"/>
            <a:ext cx="8382000" cy="2413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69" name="Shape 169"/>
        <p:cNvGrpSpPr/>
        <p:nvPr/>
      </p:nvGrpSpPr>
      <p:grpSpPr>
        <a:xfrm>
          <a:off x="0" y="0"/>
          <a:ext cx="0" cy="0"/>
          <a:chOff x="0" y="0"/>
          <a:chExt cx="0" cy="0"/>
        </a:xfrm>
      </p:grpSpPr>
      <p:sp>
        <p:nvSpPr>
          <p:cNvPr id="170" name="Google Shape;170;p30"/>
          <p:cNvSpPr txBox="1"/>
          <p:nvPr>
            <p:ph type="ctrTitle"/>
          </p:nvPr>
        </p:nvSpPr>
        <p:spPr>
          <a:xfrm>
            <a:off x="4400875" y="2118075"/>
            <a:ext cx="3767400" cy="1159800"/>
          </a:xfrm>
          <a:prstGeom prst="rect">
            <a:avLst/>
          </a:prstGeom>
        </p:spPr>
        <p:txBody>
          <a:bodyPr anchorCtr="0" anchor="b" bIns="91425" lIns="91425" spcFirstLastPara="1" rIns="91425" wrap="square" tIns="91425">
            <a:noAutofit/>
          </a:bodyPr>
          <a:lstStyle/>
          <a:p>
            <a:pPr indent="0" lvl="0" marL="342900" rtl="0" algn="l">
              <a:spcBef>
                <a:spcPts val="640"/>
              </a:spcBef>
              <a:spcAft>
                <a:spcPts val="0"/>
              </a:spcAft>
              <a:buNone/>
            </a:pPr>
            <a:r>
              <a:rPr lang="en" sz="5000"/>
              <a:t>Top Down Designing</a:t>
            </a:r>
            <a:endParaRPr sz="5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nvSpPr>
        <p:spPr>
          <a:xfrm>
            <a:off x="0" y="0"/>
            <a:ext cx="8930100" cy="2729700"/>
          </a:xfrm>
          <a:prstGeom prst="rect">
            <a:avLst/>
          </a:prstGeom>
          <a:noFill/>
          <a:ln>
            <a:noFill/>
          </a:ln>
        </p:spPr>
        <p:txBody>
          <a:bodyPr anchorCtr="0" anchor="t" bIns="91425" lIns="91425" spcFirstLastPara="1" rIns="91425" wrap="square" tIns="91425">
            <a:spAutoFit/>
          </a:bodyPr>
          <a:lstStyle/>
          <a:p>
            <a:pPr indent="-342900" lvl="0" marL="342900" rtl="0" algn="l">
              <a:spcBef>
                <a:spcPts val="0"/>
              </a:spcBef>
              <a:spcAft>
                <a:spcPts val="0"/>
              </a:spcAft>
              <a:buClr>
                <a:schemeClr val="dk1"/>
              </a:buClr>
              <a:buSzPts val="3200"/>
              <a:buFont typeface="Verdana"/>
              <a:buChar char="•"/>
            </a:pPr>
            <a:r>
              <a:rPr lang="en" sz="3200">
                <a:solidFill>
                  <a:schemeClr val="dk1"/>
                </a:solidFill>
                <a:latin typeface="Bangers"/>
                <a:ea typeface="Bangers"/>
                <a:cs typeface="Bangers"/>
                <a:sym typeface="Bangers"/>
              </a:rPr>
              <a:t>The large program is divided into many small </a:t>
            </a:r>
            <a:r>
              <a:rPr b="1" lang="en" sz="3200">
                <a:solidFill>
                  <a:srgbClr val="660000"/>
                </a:solidFill>
                <a:latin typeface="Bangers"/>
                <a:ea typeface="Bangers"/>
                <a:cs typeface="Bangers"/>
                <a:sym typeface="Bangers"/>
              </a:rPr>
              <a:t>module</a:t>
            </a:r>
            <a:r>
              <a:rPr lang="en" sz="3200">
                <a:solidFill>
                  <a:srgbClr val="980000"/>
                </a:solidFill>
                <a:latin typeface="Bangers"/>
                <a:ea typeface="Bangers"/>
                <a:cs typeface="Bangers"/>
                <a:sym typeface="Bangers"/>
              </a:rPr>
              <a:t> </a:t>
            </a:r>
            <a:r>
              <a:rPr lang="en" sz="3200">
                <a:solidFill>
                  <a:schemeClr val="dk1"/>
                </a:solidFill>
                <a:latin typeface="Bangers"/>
                <a:ea typeface="Bangers"/>
                <a:cs typeface="Bangers"/>
                <a:sym typeface="Bangers"/>
              </a:rPr>
              <a:t>or subprogram or function or procedure from top to bottom.</a:t>
            </a:r>
            <a:r>
              <a:rPr lang="en" sz="3200">
                <a:solidFill>
                  <a:srgbClr val="40458C"/>
                </a:solidFill>
                <a:latin typeface="Bangers"/>
                <a:ea typeface="Bangers"/>
                <a:cs typeface="Bangers"/>
                <a:sym typeface="Bangers"/>
              </a:rPr>
              <a:t> </a:t>
            </a:r>
            <a:endParaRPr sz="3200">
              <a:solidFill>
                <a:srgbClr val="40458C"/>
              </a:solidFill>
              <a:latin typeface="Bangers"/>
              <a:ea typeface="Bangers"/>
              <a:cs typeface="Bangers"/>
              <a:sym typeface="Bangers"/>
            </a:endParaRPr>
          </a:p>
          <a:p>
            <a:pPr indent="-342900" lvl="0" marL="342900" rtl="0" algn="l">
              <a:spcBef>
                <a:spcPts val="640"/>
              </a:spcBef>
              <a:spcAft>
                <a:spcPts val="0"/>
              </a:spcAft>
              <a:buClr>
                <a:schemeClr val="dk1"/>
              </a:buClr>
              <a:buSzPts val="3200"/>
              <a:buFont typeface="Verdana"/>
              <a:buChar char="•"/>
            </a:pPr>
            <a:r>
              <a:rPr lang="en" sz="3200">
                <a:solidFill>
                  <a:schemeClr val="dk1"/>
                </a:solidFill>
                <a:latin typeface="Bangers"/>
                <a:ea typeface="Bangers"/>
                <a:cs typeface="Bangers"/>
                <a:sym typeface="Bangers"/>
              </a:rPr>
              <a:t>Top module is tested first, and then sub-modules are combined one by one and tested.</a:t>
            </a:r>
            <a:r>
              <a:rPr lang="en" sz="3200">
                <a:solidFill>
                  <a:srgbClr val="40458C"/>
                </a:solidFill>
                <a:latin typeface="Bangers"/>
                <a:ea typeface="Bangers"/>
                <a:cs typeface="Bangers"/>
                <a:sym typeface="Bangers"/>
              </a:rPr>
              <a:t> </a:t>
            </a:r>
            <a:endParaRPr>
              <a:latin typeface="Bangers"/>
              <a:ea typeface="Bangers"/>
              <a:cs typeface="Bangers"/>
              <a:sym typeface="Bangers"/>
            </a:endParaRPr>
          </a:p>
        </p:txBody>
      </p:sp>
      <p:pic>
        <p:nvPicPr>
          <p:cNvPr descr="Top down Approach" id="176" name="Google Shape;176;p31"/>
          <p:cNvPicPr preferRelativeResize="0"/>
          <p:nvPr/>
        </p:nvPicPr>
        <p:blipFill rotWithShape="1">
          <a:blip r:embed="rId3">
            <a:alphaModFix/>
          </a:blip>
          <a:srcRect b="0" l="0" r="0" t="0"/>
          <a:stretch/>
        </p:blipFill>
        <p:spPr>
          <a:xfrm>
            <a:off x="1064125" y="2729700"/>
            <a:ext cx="7315200" cy="2378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nvSpPr>
        <p:spPr>
          <a:xfrm>
            <a:off x="0" y="426000"/>
            <a:ext cx="9144000" cy="4063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3600">
                <a:solidFill>
                  <a:schemeClr val="dk1"/>
                </a:solidFill>
                <a:latin typeface="Bangers"/>
                <a:ea typeface="Bangers"/>
                <a:cs typeface="Bangers"/>
                <a:sym typeface="Bangers"/>
              </a:rPr>
              <a:t>The main program is divided into sub-program A, B, and C. The A is divided into subprogram A1, A2 and A3.The B is into B1, and B2. Just like these subprograms, C is also divided into three subprogram C1, C2 and C3. The solution of Main </a:t>
            </a:r>
            <a:r>
              <a:rPr i="1" lang="en" sz="3600">
                <a:solidFill>
                  <a:schemeClr val="dk1"/>
                </a:solidFill>
                <a:latin typeface="Bangers"/>
                <a:ea typeface="Bangers"/>
                <a:cs typeface="Bangers"/>
                <a:sym typeface="Bangers"/>
              </a:rPr>
              <a:t>program</a:t>
            </a:r>
            <a:r>
              <a:rPr lang="en" sz="3600">
                <a:solidFill>
                  <a:schemeClr val="dk1"/>
                </a:solidFill>
                <a:latin typeface="Bangers"/>
                <a:ea typeface="Bangers"/>
                <a:cs typeface="Bangers"/>
                <a:sym typeface="Bangers"/>
              </a:rPr>
              <a:t> is obtained from sub program A, B and C.</a:t>
            </a:r>
            <a:r>
              <a:rPr lang="en" sz="3600">
                <a:solidFill>
                  <a:srgbClr val="40458C"/>
                </a:solidFill>
                <a:latin typeface="Bangers"/>
                <a:ea typeface="Bangers"/>
                <a:cs typeface="Bangers"/>
                <a:sym typeface="Bangers"/>
              </a:rPr>
              <a:t> </a:t>
            </a:r>
            <a:endParaRPr sz="2200">
              <a:solidFill>
                <a:schemeClr val="dk1"/>
              </a:solidFill>
              <a:latin typeface="Bangers"/>
              <a:ea typeface="Bangers"/>
              <a:cs typeface="Bangers"/>
              <a:sym typeface="Banger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85" name="Shape 185"/>
        <p:cNvGrpSpPr/>
        <p:nvPr/>
      </p:nvGrpSpPr>
      <p:grpSpPr>
        <a:xfrm>
          <a:off x="0" y="0"/>
          <a:ext cx="0" cy="0"/>
          <a:chOff x="0" y="0"/>
          <a:chExt cx="0" cy="0"/>
        </a:xfrm>
      </p:grpSpPr>
      <p:sp>
        <p:nvSpPr>
          <p:cNvPr id="186" name="Google Shape;186;p33"/>
          <p:cNvSpPr txBox="1"/>
          <p:nvPr>
            <p:ph type="ctrTitle"/>
          </p:nvPr>
        </p:nvSpPr>
        <p:spPr>
          <a:xfrm>
            <a:off x="4416675" y="2181175"/>
            <a:ext cx="3767400" cy="1159800"/>
          </a:xfrm>
          <a:prstGeom prst="rect">
            <a:avLst/>
          </a:prstGeom>
        </p:spPr>
        <p:txBody>
          <a:bodyPr anchorCtr="0" anchor="b" bIns="91425" lIns="91425" spcFirstLastPara="1" rIns="91425" wrap="square" tIns="91425">
            <a:noAutofit/>
          </a:bodyPr>
          <a:lstStyle/>
          <a:p>
            <a:pPr indent="0" lvl="0" marL="342900" rtl="0" algn="l">
              <a:spcBef>
                <a:spcPts val="640"/>
              </a:spcBef>
              <a:spcAft>
                <a:spcPts val="0"/>
              </a:spcAft>
              <a:buNone/>
            </a:pPr>
            <a:r>
              <a:rPr lang="en" sz="5000"/>
              <a:t>Bottom Up Designing</a:t>
            </a:r>
            <a:endParaRPr sz="5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nvSpPr>
        <p:spPr>
          <a:xfrm>
            <a:off x="0" y="0"/>
            <a:ext cx="8946000" cy="3581400"/>
          </a:xfrm>
          <a:prstGeom prst="rect">
            <a:avLst/>
          </a:prstGeom>
          <a:noFill/>
          <a:ln>
            <a:noFill/>
          </a:ln>
        </p:spPr>
        <p:txBody>
          <a:bodyPr anchorCtr="0" anchor="t" bIns="91425" lIns="91425" spcFirstLastPara="1" rIns="91425" wrap="square" tIns="91425">
            <a:spAutoFit/>
          </a:bodyPr>
          <a:lstStyle/>
          <a:p>
            <a:pPr indent="-355600" lvl="0" marL="342900" rtl="0" algn="l">
              <a:lnSpc>
                <a:spcPct val="90000"/>
              </a:lnSpc>
              <a:spcBef>
                <a:spcPts val="0"/>
              </a:spcBef>
              <a:spcAft>
                <a:spcPts val="0"/>
              </a:spcAft>
              <a:buClr>
                <a:schemeClr val="dk1"/>
              </a:buClr>
              <a:buSzPts val="3000"/>
              <a:buFont typeface="Verdana"/>
              <a:buChar char="•"/>
            </a:pPr>
            <a:r>
              <a:rPr lang="en" sz="3000">
                <a:solidFill>
                  <a:schemeClr val="dk1"/>
                </a:solidFill>
                <a:latin typeface="Bangers"/>
                <a:ea typeface="Bangers"/>
                <a:cs typeface="Bangers"/>
                <a:sym typeface="Bangers"/>
              </a:rPr>
              <a:t>In this approach designing is started from bottom and advanced stepwise to top. So, this approach is called </a:t>
            </a:r>
            <a:r>
              <a:rPr b="1" lang="en" sz="3000">
                <a:solidFill>
                  <a:srgbClr val="660000"/>
                </a:solidFill>
                <a:latin typeface="Bangers"/>
                <a:ea typeface="Bangers"/>
                <a:cs typeface="Bangers"/>
                <a:sym typeface="Bangers"/>
              </a:rPr>
              <a:t>Bottom up</a:t>
            </a:r>
            <a:r>
              <a:rPr lang="en" sz="3000">
                <a:solidFill>
                  <a:schemeClr val="accent2"/>
                </a:solidFill>
                <a:latin typeface="Bangers"/>
                <a:ea typeface="Bangers"/>
                <a:cs typeface="Bangers"/>
                <a:sym typeface="Bangers"/>
              </a:rPr>
              <a:t> </a:t>
            </a:r>
            <a:r>
              <a:rPr lang="en" sz="3000">
                <a:solidFill>
                  <a:schemeClr val="dk1"/>
                </a:solidFill>
                <a:latin typeface="Bangers"/>
                <a:ea typeface="Bangers"/>
                <a:cs typeface="Bangers"/>
                <a:sym typeface="Bangers"/>
              </a:rPr>
              <a:t>approach.</a:t>
            </a:r>
            <a:endParaRPr sz="3000">
              <a:solidFill>
                <a:schemeClr val="dk1"/>
              </a:solidFill>
              <a:latin typeface="Bangers"/>
              <a:ea typeface="Bangers"/>
              <a:cs typeface="Bangers"/>
              <a:sym typeface="Bangers"/>
            </a:endParaRPr>
          </a:p>
          <a:p>
            <a:pPr indent="0" lvl="0" marL="342900" rtl="0" algn="l">
              <a:lnSpc>
                <a:spcPct val="90000"/>
              </a:lnSpc>
              <a:spcBef>
                <a:spcPts val="0"/>
              </a:spcBef>
              <a:spcAft>
                <a:spcPts val="0"/>
              </a:spcAft>
              <a:buNone/>
            </a:pPr>
            <a:r>
              <a:rPr lang="en" sz="3000">
                <a:solidFill>
                  <a:schemeClr val="dk1"/>
                </a:solidFill>
                <a:latin typeface="Bangers"/>
                <a:ea typeface="Bangers"/>
                <a:cs typeface="Bangers"/>
                <a:sym typeface="Bangers"/>
              </a:rPr>
              <a:t> </a:t>
            </a:r>
            <a:endParaRPr sz="3400">
              <a:solidFill>
                <a:schemeClr val="dk1"/>
              </a:solidFill>
              <a:latin typeface="Bangers"/>
              <a:ea typeface="Bangers"/>
              <a:cs typeface="Bangers"/>
              <a:sym typeface="Bangers"/>
            </a:endParaRPr>
          </a:p>
          <a:p>
            <a:pPr indent="-355600" lvl="0" marL="342900" rtl="0" algn="l">
              <a:lnSpc>
                <a:spcPct val="90000"/>
              </a:lnSpc>
              <a:spcBef>
                <a:spcPts val="560"/>
              </a:spcBef>
              <a:spcAft>
                <a:spcPts val="0"/>
              </a:spcAft>
              <a:buClr>
                <a:schemeClr val="dk1"/>
              </a:buClr>
              <a:buSzPts val="3000"/>
              <a:buFont typeface="Verdana"/>
              <a:buChar char="•"/>
            </a:pPr>
            <a:r>
              <a:rPr lang="en" sz="3000">
                <a:solidFill>
                  <a:schemeClr val="dk1"/>
                </a:solidFill>
                <a:latin typeface="Bangers"/>
                <a:ea typeface="Bangers"/>
                <a:cs typeface="Bangers"/>
                <a:sym typeface="Bangers"/>
              </a:rPr>
              <a:t>At first bottom layer modules are designed and tested, second layer modules are designed and combined with bottom layer and combined modules are tested. In this way, designing and testing progressed from bottom to top. </a:t>
            </a:r>
            <a:endParaRPr sz="1600">
              <a:solidFill>
                <a:schemeClr val="dk1"/>
              </a:solidFill>
              <a:latin typeface="Bangers"/>
              <a:ea typeface="Bangers"/>
              <a:cs typeface="Bangers"/>
              <a:sym typeface="Banger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0000"/>
        </a:solidFill>
      </p:bgPr>
    </p:bg>
    <p:spTree>
      <p:nvGrpSpPr>
        <p:cNvPr id="195" name="Shape 195"/>
        <p:cNvGrpSpPr/>
        <p:nvPr/>
      </p:nvGrpSpPr>
      <p:grpSpPr>
        <a:xfrm>
          <a:off x="0" y="0"/>
          <a:ext cx="0" cy="0"/>
          <a:chOff x="0" y="0"/>
          <a:chExt cx="0" cy="0"/>
        </a:xfrm>
      </p:grpSpPr>
      <p:pic>
        <p:nvPicPr>
          <p:cNvPr id="196" name="Google Shape;196;p35"/>
          <p:cNvPicPr preferRelativeResize="0"/>
          <p:nvPr/>
        </p:nvPicPr>
        <p:blipFill>
          <a:blip r:embed="rId3">
            <a:alphaModFix/>
          </a:blip>
          <a:stretch>
            <a:fillRect/>
          </a:stretch>
        </p:blipFill>
        <p:spPr>
          <a:xfrm>
            <a:off x="6153275" y="3671275"/>
            <a:ext cx="2751225" cy="1314450"/>
          </a:xfrm>
          <a:prstGeom prst="rect">
            <a:avLst/>
          </a:prstGeom>
          <a:noFill/>
          <a:ln>
            <a:noFill/>
          </a:ln>
        </p:spPr>
      </p:pic>
      <p:pic>
        <p:nvPicPr>
          <p:cNvPr id="197" name="Google Shape;197;p35"/>
          <p:cNvPicPr preferRelativeResize="0"/>
          <p:nvPr/>
        </p:nvPicPr>
        <p:blipFill>
          <a:blip r:embed="rId4">
            <a:alphaModFix/>
          </a:blip>
          <a:stretch>
            <a:fillRect/>
          </a:stretch>
        </p:blipFill>
        <p:spPr>
          <a:xfrm>
            <a:off x="4580150" y="2818775"/>
            <a:ext cx="4324350" cy="781050"/>
          </a:xfrm>
          <a:prstGeom prst="rect">
            <a:avLst/>
          </a:prstGeom>
          <a:noFill/>
          <a:ln>
            <a:noFill/>
          </a:ln>
        </p:spPr>
      </p:pic>
      <p:pic>
        <p:nvPicPr>
          <p:cNvPr id="198" name="Google Shape;198;p35"/>
          <p:cNvPicPr preferRelativeResize="0"/>
          <p:nvPr/>
        </p:nvPicPr>
        <p:blipFill>
          <a:blip r:embed="rId5">
            <a:alphaModFix/>
          </a:blip>
          <a:stretch>
            <a:fillRect/>
          </a:stretch>
        </p:blipFill>
        <p:spPr>
          <a:xfrm>
            <a:off x="1088650" y="372800"/>
            <a:ext cx="7352351" cy="1314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achimo template">
  <a:themeElements>
    <a:clrScheme name="Custom 347">
      <a:dk1>
        <a:srgbClr val="000000"/>
      </a:dk1>
      <a:lt1>
        <a:srgbClr val="FFFFFF"/>
      </a:lt1>
      <a:dk2>
        <a:srgbClr val="7A868B"/>
      </a:dk2>
      <a:lt2>
        <a:srgbClr val="D5DEE2"/>
      </a:lt2>
      <a:accent1>
        <a:srgbClr val="FF4026"/>
      </a:accent1>
      <a:accent2>
        <a:srgbClr val="FFA300"/>
      </a:accent2>
      <a:accent3>
        <a:srgbClr val="FAD900"/>
      </a:accent3>
      <a:accent4>
        <a:srgbClr val="A6CD02"/>
      </a:accent4>
      <a:accent5>
        <a:srgbClr val="35C4CA"/>
      </a:accent5>
      <a:accent6>
        <a:srgbClr val="00A7EB"/>
      </a:accent6>
      <a:hlink>
        <a:srgbClr val="0000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